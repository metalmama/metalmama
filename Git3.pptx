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6" r:id="rId5"/>
  </p:sldMasterIdLst>
  <p:notesMasterIdLst>
    <p:notesMasterId r:id="rId39"/>
  </p:notesMasterIdLst>
  <p:sldIdLst>
    <p:sldId id="256" r:id="rId6"/>
    <p:sldId id="257" r:id="rId7"/>
    <p:sldId id="289" r:id="rId8"/>
    <p:sldId id="288" r:id="rId9"/>
    <p:sldId id="287" r:id="rId10"/>
    <p:sldId id="286" r:id="rId11"/>
    <p:sldId id="285" r:id="rId12"/>
    <p:sldId id="284" r:id="rId13"/>
    <p:sldId id="283" r:id="rId14"/>
    <p:sldId id="282" r:id="rId15"/>
    <p:sldId id="281" r:id="rId16"/>
    <p:sldId id="280" r:id="rId17"/>
    <p:sldId id="279" r:id="rId18"/>
    <p:sldId id="278" r:id="rId19"/>
    <p:sldId id="277" r:id="rId20"/>
    <p:sldId id="276" r:id="rId21"/>
    <p:sldId id="275" r:id="rId22"/>
    <p:sldId id="274" r:id="rId23"/>
    <p:sldId id="273" r:id="rId24"/>
    <p:sldId id="272" r:id="rId25"/>
    <p:sldId id="271" r:id="rId26"/>
    <p:sldId id="270" r:id="rId27"/>
    <p:sldId id="269" r:id="rId28"/>
    <p:sldId id="268" r:id="rId29"/>
    <p:sldId id="267" r:id="rId30"/>
    <p:sldId id="266" r:id="rId31"/>
    <p:sldId id="265" r:id="rId32"/>
    <p:sldId id="264" r:id="rId33"/>
    <p:sldId id="263" r:id="rId34"/>
    <p:sldId id="262" r:id="rId35"/>
    <p:sldId id="261" r:id="rId36"/>
    <p:sldId id="260" r:id="rId37"/>
    <p:sldId id="259" r:id="rId3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0" algn="l" defTabSz="825500" rtl="0" fontAlgn="auto" latinLnBrk="0" hangingPunct="0">
      <a:lnSpc>
        <a:spcPct val="100000"/>
      </a:lnSpc>
      <a:spcBef>
        <a:spcPts val="34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4266E5-2BFF-6E19-204C-6AC23D666531}" v="144" dt="2021-09-23T14:08:15.34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Nygren" userId="S::patrik.nygren@codic.se::2554d3da-54e1-4209-bd9a-08b93076770c" providerId="AD" clId="Web-{194266E5-2BFF-6E19-204C-6AC23D666531}"/>
    <pc:docChg chg="addSld delSld modSld addMainMaster">
      <pc:chgData name="Patrik Nygren" userId="S::patrik.nygren@codic.se::2554d3da-54e1-4209-bd9a-08b93076770c" providerId="AD" clId="Web-{194266E5-2BFF-6E19-204C-6AC23D666531}" dt="2021-09-23T14:08:15.168" v="112" actId="20577"/>
      <pc:docMkLst>
        <pc:docMk/>
      </pc:docMkLst>
      <pc:sldChg chg="modSp">
        <pc:chgData name="Patrik Nygren" userId="S::patrik.nygren@codic.se::2554d3da-54e1-4209-bd9a-08b93076770c" providerId="AD" clId="Web-{194266E5-2BFF-6E19-204C-6AC23D666531}" dt="2021-09-23T13:59:22.514" v="2" actId="20577"/>
        <pc:sldMkLst>
          <pc:docMk/>
          <pc:sldMk cId="0" sldId="256"/>
        </pc:sldMkLst>
        <pc:spChg chg="mod">
          <ac:chgData name="Patrik Nygren" userId="S::patrik.nygren@codic.se::2554d3da-54e1-4209-bd9a-08b93076770c" providerId="AD" clId="Web-{194266E5-2BFF-6E19-204C-6AC23D666531}" dt="2021-09-23T13:59:22.514" v="2" actId="20577"/>
          <ac:spMkLst>
            <pc:docMk/>
            <pc:sldMk cId="0" sldId="256"/>
            <ac:spMk id="166" creationId="{00000000-0000-0000-0000-000000000000}"/>
          </ac:spMkLst>
        </pc:spChg>
      </pc:sldChg>
      <pc:sldChg chg="modSp">
        <pc:chgData name="Patrik Nygren" userId="S::patrik.nygren@codic.se::2554d3da-54e1-4209-bd9a-08b93076770c" providerId="AD" clId="Web-{194266E5-2BFF-6E19-204C-6AC23D666531}" dt="2021-09-23T14:08:15.168" v="112" actId="20577"/>
        <pc:sldMkLst>
          <pc:docMk/>
          <pc:sldMk cId="0" sldId="257"/>
        </pc:sldMkLst>
        <pc:spChg chg="mod">
          <ac:chgData name="Patrik Nygren" userId="S::patrik.nygren@codic.se::2554d3da-54e1-4209-bd9a-08b93076770c" providerId="AD" clId="Web-{194266E5-2BFF-6E19-204C-6AC23D666531}" dt="2021-09-23T14:08:15.168" v="112" actId="20577"/>
          <ac:spMkLst>
            <pc:docMk/>
            <pc:sldMk cId="0" sldId="257"/>
            <ac:spMk id="169" creationId="{00000000-0000-0000-0000-000000000000}"/>
          </ac:spMkLst>
        </pc:spChg>
      </pc:sldChg>
      <pc:sldChg chg="add del">
        <pc:chgData name="Patrik Nygren" userId="S::patrik.nygren@codic.se::2554d3da-54e1-4209-bd9a-08b93076770c" providerId="AD" clId="Web-{194266E5-2BFF-6E19-204C-6AC23D666531}" dt="2021-09-23T14:05:07.835" v="77"/>
        <pc:sldMkLst>
          <pc:docMk/>
          <pc:sldMk cId="1110702921" sldId="258"/>
        </pc:sldMkLst>
      </pc:sldChg>
      <pc:sldChg chg="modSp add">
        <pc:chgData name="Patrik Nygren" userId="S::patrik.nygren@codic.se::2554d3da-54e1-4209-bd9a-08b93076770c" providerId="AD" clId="Web-{194266E5-2BFF-6E19-204C-6AC23D666531}" dt="2021-09-23T14:05:04.679" v="76" actId="14100"/>
        <pc:sldMkLst>
          <pc:docMk/>
          <pc:sldMk cId="302396435" sldId="259"/>
        </pc:sldMkLst>
        <pc:spChg chg="mod">
          <ac:chgData name="Patrik Nygren" userId="S::patrik.nygren@codic.se::2554d3da-54e1-4209-bd9a-08b93076770c" providerId="AD" clId="Web-{194266E5-2BFF-6E19-204C-6AC23D666531}" dt="2021-09-23T14:05:04.679" v="76" actId="14100"/>
          <ac:spMkLst>
            <pc:docMk/>
            <pc:sldMk cId="302396435" sldId="259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4:59.054" v="75" actId="14100"/>
        <pc:sldMkLst>
          <pc:docMk/>
          <pc:sldMk cId="551415283" sldId="260"/>
        </pc:sldMkLst>
        <pc:spChg chg="mod">
          <ac:chgData name="Patrik Nygren" userId="S::patrik.nygren@codic.se::2554d3da-54e1-4209-bd9a-08b93076770c" providerId="AD" clId="Web-{194266E5-2BFF-6E19-204C-6AC23D666531}" dt="2021-09-23T14:04:59.054" v="75" actId="14100"/>
          <ac:spMkLst>
            <pc:docMk/>
            <pc:sldMk cId="551415283" sldId="260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4:54.788" v="74" actId="14100"/>
        <pc:sldMkLst>
          <pc:docMk/>
          <pc:sldMk cId="2847310032" sldId="261"/>
        </pc:sldMkLst>
        <pc:spChg chg="mod">
          <ac:chgData name="Patrik Nygren" userId="S::patrik.nygren@codic.se::2554d3da-54e1-4209-bd9a-08b93076770c" providerId="AD" clId="Web-{194266E5-2BFF-6E19-204C-6AC23D666531}" dt="2021-09-23T14:04:54.788" v="74" actId="14100"/>
          <ac:spMkLst>
            <pc:docMk/>
            <pc:sldMk cId="2847310032" sldId="261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4:46.772" v="73" actId="14100"/>
        <pc:sldMkLst>
          <pc:docMk/>
          <pc:sldMk cId="256086181" sldId="262"/>
        </pc:sldMkLst>
        <pc:spChg chg="mod">
          <ac:chgData name="Patrik Nygren" userId="S::patrik.nygren@codic.se::2554d3da-54e1-4209-bd9a-08b93076770c" providerId="AD" clId="Web-{194266E5-2BFF-6E19-204C-6AC23D666531}" dt="2021-09-23T14:04:46.772" v="73" actId="14100"/>
          <ac:spMkLst>
            <pc:docMk/>
            <pc:sldMk cId="256086181" sldId="262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4:37.928" v="72" actId="14100"/>
        <pc:sldMkLst>
          <pc:docMk/>
          <pc:sldMk cId="2546382009" sldId="263"/>
        </pc:sldMkLst>
        <pc:spChg chg="mod">
          <ac:chgData name="Patrik Nygren" userId="S::patrik.nygren@codic.se::2554d3da-54e1-4209-bd9a-08b93076770c" providerId="AD" clId="Web-{194266E5-2BFF-6E19-204C-6AC23D666531}" dt="2021-09-23T14:04:37.928" v="72" actId="14100"/>
          <ac:spMkLst>
            <pc:docMk/>
            <pc:sldMk cId="2546382009" sldId="263"/>
            <ac:spMk id="3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3.376" v="9"/>
        <pc:sldMkLst>
          <pc:docMk/>
          <pc:sldMk cId="1360033089" sldId="264"/>
        </pc:sldMkLst>
      </pc:sldChg>
      <pc:sldChg chg="modSp add">
        <pc:chgData name="Patrik Nygren" userId="S::patrik.nygren@codic.se::2554d3da-54e1-4209-bd9a-08b93076770c" providerId="AD" clId="Web-{194266E5-2BFF-6E19-204C-6AC23D666531}" dt="2021-09-23T14:04:12.912" v="69" actId="20577"/>
        <pc:sldMkLst>
          <pc:docMk/>
          <pc:sldMk cId="4076108563" sldId="265"/>
        </pc:sldMkLst>
        <pc:spChg chg="mod">
          <ac:chgData name="Patrik Nygren" userId="S::patrik.nygren@codic.se::2554d3da-54e1-4209-bd9a-08b93076770c" providerId="AD" clId="Web-{194266E5-2BFF-6E19-204C-6AC23D666531}" dt="2021-09-23T14:04:12.912" v="69" actId="20577"/>
          <ac:spMkLst>
            <pc:docMk/>
            <pc:sldMk cId="4076108563" sldId="265"/>
            <ac:spMk id="3" creationId="{00000000-0000-0000-0000-000000000000}"/>
          </ac:spMkLst>
        </pc:spChg>
        <pc:spChg chg="mod">
          <ac:chgData name="Patrik Nygren" userId="S::patrik.nygren@codic.se::2554d3da-54e1-4209-bd9a-08b93076770c" providerId="AD" clId="Web-{194266E5-2BFF-6E19-204C-6AC23D666531}" dt="2021-09-23T14:03:57.755" v="67" actId="14100"/>
          <ac:spMkLst>
            <pc:docMk/>
            <pc:sldMk cId="4076108563" sldId="265"/>
            <ac:spMk id="4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3.798" v="11"/>
        <pc:sldMkLst>
          <pc:docMk/>
          <pc:sldMk cId="2007102642" sldId="266"/>
        </pc:sldMkLst>
      </pc:sldChg>
      <pc:sldChg chg="modSp add">
        <pc:chgData name="Patrik Nygren" userId="S::patrik.nygren@codic.se::2554d3da-54e1-4209-bd9a-08b93076770c" providerId="AD" clId="Web-{194266E5-2BFF-6E19-204C-6AC23D666531}" dt="2021-09-23T14:03:37.880" v="58" actId="14100"/>
        <pc:sldMkLst>
          <pc:docMk/>
          <pc:sldMk cId="1244696879" sldId="267"/>
        </pc:sldMkLst>
        <pc:spChg chg="mod">
          <ac:chgData name="Patrik Nygren" userId="S::patrik.nygren@codic.se::2554d3da-54e1-4209-bd9a-08b93076770c" providerId="AD" clId="Web-{194266E5-2BFF-6E19-204C-6AC23D666531}" dt="2021-09-23T14:03:37.880" v="58" actId="14100"/>
          <ac:spMkLst>
            <pc:docMk/>
            <pc:sldMk cId="1244696879" sldId="267"/>
            <ac:spMk id="3" creationId="{00000000-0000-0000-0000-000000000000}"/>
          </ac:spMkLst>
        </pc:spChg>
        <pc:spChg chg="mod">
          <ac:chgData name="Patrik Nygren" userId="S::patrik.nygren@codic.se::2554d3da-54e1-4209-bd9a-08b93076770c" providerId="AD" clId="Web-{194266E5-2BFF-6E19-204C-6AC23D666531}" dt="2021-09-23T14:03:33.474" v="57" actId="20577"/>
          <ac:spMkLst>
            <pc:docMk/>
            <pc:sldMk cId="1244696879" sldId="267"/>
            <ac:spMk id="4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3:12.785" v="52" actId="14100"/>
        <pc:sldMkLst>
          <pc:docMk/>
          <pc:sldMk cId="950226842" sldId="268"/>
        </pc:sldMkLst>
        <pc:spChg chg="mod">
          <ac:chgData name="Patrik Nygren" userId="S::patrik.nygren@codic.se::2554d3da-54e1-4209-bd9a-08b93076770c" providerId="AD" clId="Web-{194266E5-2BFF-6E19-204C-6AC23D666531}" dt="2021-09-23T14:03:12.785" v="52" actId="14100"/>
          <ac:spMkLst>
            <pc:docMk/>
            <pc:sldMk cId="950226842" sldId="268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3:08.754" v="51" actId="14100"/>
        <pc:sldMkLst>
          <pc:docMk/>
          <pc:sldMk cId="3946816852" sldId="269"/>
        </pc:sldMkLst>
        <pc:spChg chg="mod">
          <ac:chgData name="Patrik Nygren" userId="S::patrik.nygren@codic.se::2554d3da-54e1-4209-bd9a-08b93076770c" providerId="AD" clId="Web-{194266E5-2BFF-6E19-204C-6AC23D666531}" dt="2021-09-23T14:03:08.754" v="51" actId="14100"/>
          <ac:spMkLst>
            <pc:docMk/>
            <pc:sldMk cId="3946816852" sldId="269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3:02.926" v="50" actId="14100"/>
        <pc:sldMkLst>
          <pc:docMk/>
          <pc:sldMk cId="3474845792" sldId="270"/>
        </pc:sldMkLst>
        <pc:spChg chg="mod">
          <ac:chgData name="Patrik Nygren" userId="S::patrik.nygren@codic.se::2554d3da-54e1-4209-bd9a-08b93076770c" providerId="AD" clId="Web-{194266E5-2BFF-6E19-204C-6AC23D666531}" dt="2021-09-23T14:03:02.926" v="50" actId="14100"/>
          <ac:spMkLst>
            <pc:docMk/>
            <pc:sldMk cId="3474845792" sldId="270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2:58.113" v="49" actId="14100"/>
        <pc:sldMkLst>
          <pc:docMk/>
          <pc:sldMk cId="1435252463" sldId="271"/>
        </pc:sldMkLst>
        <pc:spChg chg="mod">
          <ac:chgData name="Patrik Nygren" userId="S::patrik.nygren@codic.se::2554d3da-54e1-4209-bd9a-08b93076770c" providerId="AD" clId="Web-{194266E5-2BFF-6E19-204C-6AC23D666531}" dt="2021-09-23T14:02:58.113" v="49" actId="14100"/>
          <ac:spMkLst>
            <pc:docMk/>
            <pc:sldMk cId="1435252463" sldId="271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2:52.458" v="48" actId="14100"/>
        <pc:sldMkLst>
          <pc:docMk/>
          <pc:sldMk cId="3272894004" sldId="272"/>
        </pc:sldMkLst>
        <pc:spChg chg="mod">
          <ac:chgData name="Patrik Nygren" userId="S::patrik.nygren@codic.se::2554d3da-54e1-4209-bd9a-08b93076770c" providerId="AD" clId="Web-{194266E5-2BFF-6E19-204C-6AC23D666531}" dt="2021-09-23T14:02:52.458" v="48" actId="14100"/>
          <ac:spMkLst>
            <pc:docMk/>
            <pc:sldMk cId="3272894004" sldId="272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2:45.675" v="47" actId="14100"/>
        <pc:sldMkLst>
          <pc:docMk/>
          <pc:sldMk cId="1725372415" sldId="273"/>
        </pc:sldMkLst>
        <pc:spChg chg="mod">
          <ac:chgData name="Patrik Nygren" userId="S::patrik.nygren@codic.se::2554d3da-54e1-4209-bd9a-08b93076770c" providerId="AD" clId="Web-{194266E5-2BFF-6E19-204C-6AC23D666531}" dt="2021-09-23T14:02:42.175" v="46" actId="14100"/>
          <ac:spMkLst>
            <pc:docMk/>
            <pc:sldMk cId="1725372415" sldId="273"/>
            <ac:spMk id="3" creationId="{00000000-0000-0000-0000-000000000000}"/>
          </ac:spMkLst>
        </pc:spChg>
        <pc:spChg chg="mod">
          <ac:chgData name="Patrik Nygren" userId="S::patrik.nygren@codic.se::2554d3da-54e1-4209-bd9a-08b93076770c" providerId="AD" clId="Web-{194266E5-2BFF-6E19-204C-6AC23D666531}" dt="2021-09-23T14:02:45.675" v="47" actId="14100"/>
          <ac:spMkLst>
            <pc:docMk/>
            <pc:sldMk cId="1725372415" sldId="273"/>
            <ac:spMk id="4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2:36.894" v="45" actId="14100"/>
        <pc:sldMkLst>
          <pc:docMk/>
          <pc:sldMk cId="2467187957" sldId="274"/>
        </pc:sldMkLst>
        <pc:spChg chg="mod">
          <ac:chgData name="Patrik Nygren" userId="S::patrik.nygren@codic.se::2554d3da-54e1-4209-bd9a-08b93076770c" providerId="AD" clId="Web-{194266E5-2BFF-6E19-204C-6AC23D666531}" dt="2021-09-23T14:02:36.894" v="45" actId="14100"/>
          <ac:spMkLst>
            <pc:docMk/>
            <pc:sldMk cId="2467187957" sldId="274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2:30.409" v="44" actId="14100"/>
        <pc:sldMkLst>
          <pc:docMk/>
          <pc:sldMk cId="4290543673" sldId="275"/>
        </pc:sldMkLst>
        <pc:spChg chg="mod">
          <ac:chgData name="Patrik Nygren" userId="S::patrik.nygren@codic.se::2554d3da-54e1-4209-bd9a-08b93076770c" providerId="AD" clId="Web-{194266E5-2BFF-6E19-204C-6AC23D666531}" dt="2021-09-23T14:02:30.409" v="44" actId="14100"/>
          <ac:spMkLst>
            <pc:docMk/>
            <pc:sldMk cId="4290543673" sldId="275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2:22.159" v="43" actId="1076"/>
        <pc:sldMkLst>
          <pc:docMk/>
          <pc:sldMk cId="2991481417" sldId="276"/>
        </pc:sldMkLst>
        <pc:spChg chg="mod">
          <ac:chgData name="Patrik Nygren" userId="S::patrik.nygren@codic.se::2554d3da-54e1-4209-bd9a-08b93076770c" providerId="AD" clId="Web-{194266E5-2BFF-6E19-204C-6AC23D666531}" dt="2021-09-23T14:02:02.549" v="40" actId="14100"/>
          <ac:spMkLst>
            <pc:docMk/>
            <pc:sldMk cId="2991481417" sldId="276"/>
            <ac:spMk id="3" creationId="{00000000-0000-0000-0000-000000000000}"/>
          </ac:spMkLst>
        </pc:spChg>
        <pc:spChg chg="mod">
          <ac:chgData name="Patrik Nygren" userId="S::patrik.nygren@codic.se::2554d3da-54e1-4209-bd9a-08b93076770c" providerId="AD" clId="Web-{194266E5-2BFF-6E19-204C-6AC23D666531}" dt="2021-09-23T14:02:22.159" v="43" actId="1076"/>
          <ac:spMkLst>
            <pc:docMk/>
            <pc:sldMk cId="2991481417" sldId="276"/>
            <ac:spMk id="4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5.735" v="22"/>
        <pc:sldMkLst>
          <pc:docMk/>
          <pc:sldMk cId="43790815" sldId="277"/>
        </pc:sldMkLst>
      </pc:sldChg>
      <pc:sldChg chg="modSp add">
        <pc:chgData name="Patrik Nygren" userId="S::patrik.nygren@codic.se::2554d3da-54e1-4209-bd9a-08b93076770c" providerId="AD" clId="Web-{194266E5-2BFF-6E19-204C-6AC23D666531}" dt="2021-09-23T14:01:55.174" v="39" actId="20577"/>
        <pc:sldMkLst>
          <pc:docMk/>
          <pc:sldMk cId="679648428" sldId="278"/>
        </pc:sldMkLst>
        <pc:spChg chg="mod">
          <ac:chgData name="Patrik Nygren" userId="S::patrik.nygren@codic.se::2554d3da-54e1-4209-bd9a-08b93076770c" providerId="AD" clId="Web-{194266E5-2BFF-6E19-204C-6AC23D666531}" dt="2021-09-23T14:01:55.174" v="39" actId="20577"/>
          <ac:spMkLst>
            <pc:docMk/>
            <pc:sldMk cId="679648428" sldId="278"/>
            <ac:spMk id="3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5.954" v="24"/>
        <pc:sldMkLst>
          <pc:docMk/>
          <pc:sldMk cId="1919706214" sldId="279"/>
        </pc:sldMkLst>
      </pc:sldChg>
      <pc:sldChg chg="modSp add">
        <pc:chgData name="Patrik Nygren" userId="S::patrik.nygren@codic.se::2554d3da-54e1-4209-bd9a-08b93076770c" providerId="AD" clId="Web-{194266E5-2BFF-6E19-204C-6AC23D666531}" dt="2021-09-23T14:07:20.542" v="99" actId="20577"/>
        <pc:sldMkLst>
          <pc:docMk/>
          <pc:sldMk cId="1433897219" sldId="280"/>
        </pc:sldMkLst>
        <pc:spChg chg="mod">
          <ac:chgData name="Patrik Nygren" userId="S::patrik.nygren@codic.se::2554d3da-54e1-4209-bd9a-08b93076770c" providerId="AD" clId="Web-{194266E5-2BFF-6E19-204C-6AC23D666531}" dt="2021-09-23T14:07:20.542" v="99" actId="20577"/>
          <ac:spMkLst>
            <pc:docMk/>
            <pc:sldMk cId="1433897219" sldId="280"/>
            <ac:spMk id="3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6.173" v="26"/>
        <pc:sldMkLst>
          <pc:docMk/>
          <pc:sldMk cId="2020782721" sldId="281"/>
        </pc:sldMkLst>
      </pc:sldChg>
      <pc:sldChg chg="modSp add">
        <pc:chgData name="Patrik Nygren" userId="S::patrik.nygren@codic.se::2554d3da-54e1-4209-bd9a-08b93076770c" providerId="AD" clId="Web-{194266E5-2BFF-6E19-204C-6AC23D666531}" dt="2021-09-23T14:07:09.979" v="96" actId="20577"/>
        <pc:sldMkLst>
          <pc:docMk/>
          <pc:sldMk cId="2565813379" sldId="282"/>
        </pc:sldMkLst>
        <pc:spChg chg="mod">
          <ac:chgData name="Patrik Nygren" userId="S::patrik.nygren@codic.se::2554d3da-54e1-4209-bd9a-08b93076770c" providerId="AD" clId="Web-{194266E5-2BFF-6E19-204C-6AC23D666531}" dt="2021-09-23T14:07:09.979" v="96" actId="20577"/>
          <ac:spMkLst>
            <pc:docMk/>
            <pc:sldMk cId="2565813379" sldId="282"/>
            <ac:spMk id="3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6.407" v="28"/>
        <pc:sldMkLst>
          <pc:docMk/>
          <pc:sldMk cId="954141298" sldId="283"/>
        </pc:sldMkLst>
      </pc:sldChg>
      <pc:sldChg chg="modSp add">
        <pc:chgData name="Patrik Nygren" userId="S::patrik.nygren@codic.se::2554d3da-54e1-4209-bd9a-08b93076770c" providerId="AD" clId="Web-{194266E5-2BFF-6E19-204C-6AC23D666531}" dt="2021-09-23T14:06:21.900" v="91" actId="14100"/>
        <pc:sldMkLst>
          <pc:docMk/>
          <pc:sldMk cId="2373632595" sldId="284"/>
        </pc:sldMkLst>
        <pc:spChg chg="mod">
          <ac:chgData name="Patrik Nygren" userId="S::patrik.nygren@codic.se::2554d3da-54e1-4209-bd9a-08b93076770c" providerId="AD" clId="Web-{194266E5-2BFF-6E19-204C-6AC23D666531}" dt="2021-09-23T14:06:21.900" v="91" actId="14100"/>
          <ac:spMkLst>
            <pc:docMk/>
            <pc:sldMk cId="2373632595" sldId="284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6:06.993" v="87" actId="14100"/>
        <pc:sldMkLst>
          <pc:docMk/>
          <pc:sldMk cId="2584721968" sldId="285"/>
        </pc:sldMkLst>
        <pc:spChg chg="mod">
          <ac:chgData name="Patrik Nygren" userId="S::patrik.nygren@codic.se::2554d3da-54e1-4209-bd9a-08b93076770c" providerId="AD" clId="Web-{194266E5-2BFF-6E19-204C-6AC23D666531}" dt="2021-09-23T14:06:06.993" v="87" actId="14100"/>
          <ac:spMkLst>
            <pc:docMk/>
            <pc:sldMk cId="2584721968" sldId="285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5:39.930" v="82" actId="14100"/>
        <pc:sldMkLst>
          <pc:docMk/>
          <pc:sldMk cId="2378049059" sldId="286"/>
        </pc:sldMkLst>
        <pc:spChg chg="mod">
          <ac:chgData name="Patrik Nygren" userId="S::patrik.nygren@codic.se::2554d3da-54e1-4209-bd9a-08b93076770c" providerId="AD" clId="Web-{194266E5-2BFF-6E19-204C-6AC23D666531}" dt="2021-09-23T14:05:39.930" v="82" actId="14100"/>
          <ac:spMkLst>
            <pc:docMk/>
            <pc:sldMk cId="2378049059" sldId="286"/>
            <ac:spMk id="3" creationId="{00000000-0000-0000-0000-000000000000}"/>
          </ac:spMkLst>
        </pc:spChg>
      </pc:sldChg>
      <pc:sldChg chg="modSp add">
        <pc:chgData name="Patrik Nygren" userId="S::patrik.nygren@codic.se::2554d3da-54e1-4209-bd9a-08b93076770c" providerId="AD" clId="Web-{194266E5-2BFF-6E19-204C-6AC23D666531}" dt="2021-09-23T14:05:59.712" v="86" actId="14100"/>
        <pc:sldMkLst>
          <pc:docMk/>
          <pc:sldMk cId="2784464705" sldId="287"/>
        </pc:sldMkLst>
        <pc:spChg chg="mod">
          <ac:chgData name="Patrik Nygren" userId="S::patrik.nygren@codic.se::2554d3da-54e1-4209-bd9a-08b93076770c" providerId="AD" clId="Web-{194266E5-2BFF-6E19-204C-6AC23D666531}" dt="2021-09-23T14:05:59.712" v="86" actId="14100"/>
          <ac:spMkLst>
            <pc:docMk/>
            <pc:sldMk cId="2784464705" sldId="287"/>
            <ac:spMk id="3" creationId="{00000000-0000-0000-0000-000000000000}"/>
          </ac:spMkLst>
        </pc:spChg>
      </pc:sldChg>
      <pc:sldChg chg="add">
        <pc:chgData name="Patrik Nygren" userId="S::patrik.nygren@codic.se::2554d3da-54e1-4209-bd9a-08b93076770c" providerId="AD" clId="Web-{194266E5-2BFF-6E19-204C-6AC23D666531}" dt="2021-09-23T14:00:56.954" v="33"/>
        <pc:sldMkLst>
          <pc:docMk/>
          <pc:sldMk cId="1827279986" sldId="288"/>
        </pc:sldMkLst>
      </pc:sldChg>
      <pc:sldChg chg="modSp add">
        <pc:chgData name="Patrik Nygren" userId="S::patrik.nygren@codic.se::2554d3da-54e1-4209-bd9a-08b93076770c" providerId="AD" clId="Web-{194266E5-2BFF-6E19-204C-6AC23D666531}" dt="2021-09-23T14:06:55.822" v="93" actId="14100"/>
        <pc:sldMkLst>
          <pc:docMk/>
          <pc:sldMk cId="558240687" sldId="289"/>
        </pc:sldMkLst>
        <pc:spChg chg="mod">
          <ac:chgData name="Patrik Nygren" userId="S::patrik.nygren@codic.se::2554d3da-54e1-4209-bd9a-08b93076770c" providerId="AD" clId="Web-{194266E5-2BFF-6E19-204C-6AC23D666531}" dt="2021-09-23T14:06:55.822" v="93" actId="14100"/>
          <ac:spMkLst>
            <pc:docMk/>
            <pc:sldMk cId="558240687" sldId="289"/>
            <ac:spMk id="3" creationId="{00000000-0000-0000-0000-000000000000}"/>
          </ac:spMkLst>
        </pc:spChg>
      </pc:sldChg>
      <pc:sldMasterChg chg="add addSldLayout">
        <pc:chgData name="Patrik Nygren" userId="S::patrik.nygren@codic.se::2554d3da-54e1-4209-bd9a-08b93076770c" providerId="AD" clId="Web-{194266E5-2BFF-6E19-204C-6AC23D666531}" dt="2021-09-23T14:00:52.251" v="3"/>
        <pc:sldMasterMkLst>
          <pc:docMk/>
          <pc:sldMasterMk cId="0" sldId="2147483666"/>
        </pc:sldMasterMkLst>
        <pc:sldLayoutChg chg="add">
          <pc:chgData name="Patrik Nygren" userId="S::patrik.nygren@codic.se::2554d3da-54e1-4209-bd9a-08b93076770c" providerId="AD" clId="Web-{194266E5-2BFF-6E19-204C-6AC23D666531}" dt="2021-09-23T14:00:52.251" v="3"/>
          <pc:sldLayoutMkLst>
            <pc:docMk/>
            <pc:sldMasterMk cId="0" sldId="2147483666"/>
            <pc:sldLayoutMk cId="0" sldId="2147483665"/>
          </pc:sldLayoutMkLst>
        </pc:sldLayoutChg>
        <pc:sldLayoutChg chg="add">
          <pc:chgData name="Patrik Nygren" userId="S::patrik.nygren@codic.se::2554d3da-54e1-4209-bd9a-08b93076770c" providerId="AD" clId="Web-{194266E5-2BFF-6E19-204C-6AC23D666531}" dt="2021-09-23T14:00:52.251" v="3"/>
          <pc:sldLayoutMkLst>
            <pc:docMk/>
            <pc:sldMasterMk cId="0" sldId="2147483666"/>
            <pc:sldLayoutMk cId="0" sldId="2147483667"/>
          </pc:sldLayoutMkLst>
        </pc:sldLayoutChg>
        <pc:sldLayoutChg chg="add">
          <pc:chgData name="Patrik Nygren" userId="S::patrik.nygren@codic.se::2554d3da-54e1-4209-bd9a-08b93076770c" providerId="AD" clId="Web-{194266E5-2BFF-6E19-204C-6AC23D666531}" dt="2021-09-23T14:00:52.251" v="3"/>
          <pc:sldLayoutMkLst>
            <pc:docMk/>
            <pc:sldMasterMk cId="0" sldId="2147483666"/>
            <pc:sldLayoutMk cId="0" sldId="2147483668"/>
          </pc:sldLayoutMkLst>
        </pc:sldLayoutChg>
        <pc:sldLayoutChg chg="add">
          <pc:chgData name="Patrik Nygren" userId="S::patrik.nygren@codic.se::2554d3da-54e1-4209-bd9a-08b93076770c" providerId="AD" clId="Web-{194266E5-2BFF-6E19-204C-6AC23D666531}" dt="2021-09-23T14:00:52.251" v="3"/>
          <pc:sldLayoutMkLst>
            <pc:docMk/>
            <pc:sldMasterMk cId="0" sldId="2147483666"/>
            <pc:sldLayoutMk cId="0" sldId="2147483669"/>
          </pc:sldLayoutMkLst>
        </pc:sldLayoutChg>
        <pc:sldLayoutChg chg="add">
          <pc:chgData name="Patrik Nygren" userId="S::patrik.nygren@codic.se::2554d3da-54e1-4209-bd9a-08b93076770c" providerId="AD" clId="Web-{194266E5-2BFF-6E19-204C-6AC23D666531}" dt="2021-09-23T14:00:52.251" v="3"/>
          <pc:sldLayoutMkLst>
            <pc:docMk/>
            <pc:sldMasterMk cId="0" sldId="2147483666"/>
            <pc:sldLayoutMk cId="0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4" name="Shape 16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 och undertitel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j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" name="Titel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Titeltext</a:t>
            </a:r>
          </a:p>
        </p:txBody>
      </p:sp>
      <p:sp>
        <p:nvSpPr>
          <p:cNvPr id="14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– Horisontellt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"/>
          <p:cNvSpPr>
            <a:spLocks noGrp="1"/>
          </p:cNvSpPr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" name="Linj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4" name="Titel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Titeltext</a:t>
            </a:r>
          </a:p>
        </p:txBody>
      </p:sp>
      <p:sp>
        <p:nvSpPr>
          <p:cNvPr id="25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2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och undertex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je"/>
          <p:cNvSpPr/>
          <p:nvPr/>
        </p:nvSpPr>
        <p:spPr>
          <a:xfrm flipV="1">
            <a:off x="762000" y="8635632"/>
            <a:ext cx="22859999" cy="369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4" name="Titeltext"/>
          <p:cNvSpPr txBox="1">
            <a:spLocks noGrp="1"/>
          </p:cNvSpPr>
          <p:nvPr>
            <p:ph type="title"/>
          </p:nvPr>
        </p:nvSpPr>
        <p:spPr>
          <a:xfrm>
            <a:off x="762000" y="9042400"/>
            <a:ext cx="22860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Titeltext</a:t>
            </a:r>
          </a:p>
        </p:txBody>
      </p:sp>
      <p:sp>
        <p:nvSpPr>
          <p:cNvPr id="35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762000" y="5994400"/>
            <a:ext cx="22860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36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23013221" y="5842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el – Centrerad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eltext"/>
          <p:cNvSpPr txBox="1">
            <a:spLocks noGrp="1"/>
          </p:cNvSpPr>
          <p:nvPr>
            <p:ph type="title"/>
          </p:nvPr>
        </p:nvSpPr>
        <p:spPr>
          <a:xfrm>
            <a:off x="762000" y="5676900"/>
            <a:ext cx="22860000" cy="635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Titeltext</a:t>
            </a:r>
          </a:p>
        </p:txBody>
      </p:sp>
      <p:sp>
        <p:nvSpPr>
          <p:cNvPr id="44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– Vertikalt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Linje"/>
          <p:cNvSpPr/>
          <p:nvPr/>
        </p:nvSpPr>
        <p:spPr>
          <a:xfrm flipV="1">
            <a:off x="11049000" y="8635798"/>
            <a:ext cx="12572997" cy="203"/>
          </a:xfrm>
          <a:prstGeom prst="line">
            <a:avLst/>
          </a:prstGeom>
          <a:ln w="508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" name="Bild"/>
          <p:cNvSpPr>
            <a:spLocks noGrp="1"/>
          </p:cNvSpPr>
          <p:nvPr>
            <p:ph type="pic" idx="21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3" name="Titeltext"/>
          <p:cNvSpPr txBox="1">
            <a:spLocks noGrp="1"/>
          </p:cNvSpPr>
          <p:nvPr>
            <p:ph type="title"/>
          </p:nvPr>
        </p:nvSpPr>
        <p:spPr>
          <a:xfrm>
            <a:off x="11049000" y="9042400"/>
            <a:ext cx="12573000" cy="381000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30300"/>
            </a:lvl1pPr>
          </a:lstStyle>
          <a:p>
            <a:r>
              <a:t>Titeltext</a:t>
            </a:r>
          </a:p>
        </p:txBody>
      </p:sp>
      <p:sp>
        <p:nvSpPr>
          <p:cNvPr id="54" name="Brödtext nivå ett…"/>
          <p:cNvSpPr txBox="1">
            <a:spLocks noGrp="1"/>
          </p:cNvSpPr>
          <p:nvPr>
            <p:ph type="body" sz="quarter" idx="1"/>
          </p:nvPr>
        </p:nvSpPr>
        <p:spPr>
          <a:xfrm>
            <a:off x="11049000" y="5994400"/>
            <a:ext cx="12573000" cy="254000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0" indent="0">
              <a:lnSpc>
                <a:spcPct val="80000"/>
              </a:lnSpc>
              <a:spcBef>
                <a:spcPts val="3200"/>
              </a:spcBef>
              <a:buClrTx/>
              <a:buSzTx/>
              <a:buFontTx/>
              <a:buNone/>
              <a:defRPr sz="7700" cap="all">
                <a:solidFill>
                  <a:srgbClr val="A6AAA9"/>
                </a:solidFill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5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23063200" y="609600"/>
            <a:ext cx="553195" cy="635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– Uppt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63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6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och punkter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72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73" name="Brödtext nivå et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7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och punktform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82" name="Titel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83" name="Brödtext nivå et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8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punkter och bild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92" name="Bild"/>
          <p:cNvSpPr>
            <a:spLocks noGrp="1"/>
          </p:cNvSpPr>
          <p:nvPr>
            <p:ph type="pic" idx="22"/>
          </p:nvPr>
        </p:nvSpPr>
        <p:spPr>
          <a:xfrm>
            <a:off x="132588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Titel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11811000" cy="1016000"/>
          </a:xfrm>
          <a:prstGeom prst="rect">
            <a:avLst/>
          </a:prstGeom>
        </p:spPr>
        <p:txBody>
          <a:bodyPr/>
          <a:lstStyle/>
          <a:p>
            <a:r>
              <a:t>Titeltext</a:t>
            </a:r>
          </a:p>
        </p:txBody>
      </p:sp>
      <p:sp>
        <p:nvSpPr>
          <p:cNvPr id="94" name="Brödtext nivå ett…"/>
          <p:cNvSpPr txBox="1">
            <a:spLocks noGrp="1"/>
          </p:cNvSpPr>
          <p:nvPr>
            <p:ph type="body" sz="half" idx="1"/>
          </p:nvPr>
        </p:nvSpPr>
        <p:spPr>
          <a:xfrm>
            <a:off x="762000" y="3860800"/>
            <a:ext cx="11811000" cy="85852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  <a:defRPr sz="4000"/>
            </a:lvl1pPr>
            <a:lvl2pPr>
              <a:buClr>
                <a:schemeClr val="accent1"/>
              </a:buClr>
              <a:buChar char="▸"/>
              <a:defRPr sz="4000"/>
            </a:lvl2pPr>
            <a:lvl3pPr>
              <a:buClr>
                <a:schemeClr val="accent1"/>
              </a:buClr>
              <a:buChar char="▸"/>
              <a:defRPr sz="4000"/>
            </a:lvl3pPr>
            <a:lvl4pPr>
              <a:buClr>
                <a:schemeClr val="accent1"/>
              </a:buClr>
              <a:buChar char="▸"/>
              <a:defRPr sz="4000"/>
            </a:lvl4pPr>
            <a:lvl5pPr>
              <a:buClr>
                <a:schemeClr val="accent1"/>
              </a:buClr>
              <a:buChar char="▸"/>
              <a:defRPr sz="4000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95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r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"/>
          <p:cNvSpPr txBox="1">
            <a:spLocks noGrp="1"/>
          </p:cNvSpPr>
          <p:nvPr>
            <p:ph type="body" sz="quarter" idx="21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103" name="Brödtext nivå et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SzPct val="125000"/>
              <a:buChar char="▸"/>
            </a:lvl1pPr>
            <a:lvl2pPr>
              <a:buClr>
                <a:schemeClr val="accent1"/>
              </a:buClr>
              <a:buSzPct val="125000"/>
              <a:buChar char="▸"/>
            </a:lvl2pPr>
            <a:lvl3pPr>
              <a:buClr>
                <a:schemeClr val="accent1"/>
              </a:buClr>
              <a:buSzPct val="125000"/>
              <a:buChar char="▸"/>
            </a:lvl3pPr>
            <a:lvl4pPr>
              <a:buClr>
                <a:schemeClr val="accent1"/>
              </a:buClr>
              <a:buSzPct val="125000"/>
              <a:buChar char="▸"/>
            </a:lvl4pPr>
            <a:lvl5pPr>
              <a:buClr>
                <a:schemeClr val="accent1"/>
              </a:buClr>
              <a:buSzPct val="125000"/>
              <a:buChar char="▸"/>
            </a:lvl5pPr>
          </a:lstStyle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10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to – 3 per sida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Bild"/>
          <p:cNvSpPr>
            <a:spLocks noGrp="1"/>
          </p:cNvSpPr>
          <p:nvPr>
            <p:ph type="pic" sz="half" idx="21"/>
          </p:nvPr>
        </p:nvSpPr>
        <p:spPr>
          <a:xfrm>
            <a:off x="12192000" y="-177800"/>
            <a:ext cx="12192000" cy="7162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2" name="Bild"/>
          <p:cNvSpPr>
            <a:spLocks noGrp="1"/>
          </p:cNvSpPr>
          <p:nvPr>
            <p:ph type="pic" sz="half" idx="22"/>
          </p:nvPr>
        </p:nvSpPr>
        <p:spPr>
          <a:xfrm>
            <a:off x="12192000" y="6451600"/>
            <a:ext cx="12192000" cy="82973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3" name="Bild"/>
          <p:cNvSpPr>
            <a:spLocks noGrp="1"/>
          </p:cNvSpPr>
          <p:nvPr>
            <p:ph type="pic" idx="23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t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yrkantig pratbubbla"/>
          <p:cNvSpPr/>
          <p:nvPr/>
        </p:nvSpPr>
        <p:spPr>
          <a:xfrm>
            <a:off x="876300" y="3314700"/>
            <a:ext cx="22631400" cy="73171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9" y="0"/>
                </a:moveTo>
                <a:cubicBezTo>
                  <a:pt x="54" y="0"/>
                  <a:pt x="0" y="165"/>
                  <a:pt x="0" y="369"/>
                </a:cubicBezTo>
                <a:lnTo>
                  <a:pt x="0" y="19013"/>
                </a:lnTo>
                <a:cubicBezTo>
                  <a:pt x="0" y="19217"/>
                  <a:pt x="54" y="19382"/>
                  <a:pt x="119" y="19382"/>
                </a:cubicBezTo>
                <a:lnTo>
                  <a:pt x="18186" y="19382"/>
                </a:lnTo>
                <a:lnTo>
                  <a:pt x="18717" y="21600"/>
                </a:lnTo>
                <a:lnTo>
                  <a:pt x="19247" y="19382"/>
                </a:lnTo>
                <a:lnTo>
                  <a:pt x="21481" y="19382"/>
                </a:lnTo>
                <a:cubicBezTo>
                  <a:pt x="21546" y="19382"/>
                  <a:pt x="21600" y="19217"/>
                  <a:pt x="21600" y="19013"/>
                </a:cubicBezTo>
                <a:lnTo>
                  <a:pt x="21600" y="369"/>
                </a:lnTo>
                <a:cubicBezTo>
                  <a:pt x="21600" y="165"/>
                  <a:pt x="21546" y="0"/>
                  <a:pt x="21481" y="0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defRPr sz="40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pPr>
            <a:endParaRPr/>
          </a:p>
        </p:txBody>
      </p:sp>
      <p:sp>
        <p:nvSpPr>
          <p:cNvPr id="122" name="Skriv ett citat här."/>
          <p:cNvSpPr txBox="1">
            <a:spLocks noGrp="1"/>
          </p:cNvSpPr>
          <p:nvPr>
            <p:ph type="body" sz="quarter" idx="21"/>
          </p:nvPr>
        </p:nvSpPr>
        <p:spPr>
          <a:xfrm>
            <a:off x="1676400" y="4089400"/>
            <a:ext cx="210566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Skriv ett citat här.</a:t>
            </a:r>
          </a:p>
        </p:txBody>
      </p:sp>
      <p:sp>
        <p:nvSpPr>
          <p:cNvPr id="123" name="Johnny Appleseed"/>
          <p:cNvSpPr txBox="1">
            <a:spLocks noGrp="1"/>
          </p:cNvSpPr>
          <p:nvPr>
            <p:ph type="body" sz="quarter" idx="22"/>
          </p:nvPr>
        </p:nvSpPr>
        <p:spPr>
          <a:xfrm>
            <a:off x="762000" y="10953750"/>
            <a:ext cx="22860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8700"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Johnny Appleseed</a:t>
            </a:r>
          </a:p>
        </p:txBody>
      </p:sp>
      <p:sp>
        <p:nvSpPr>
          <p:cNvPr id="124" name="Text"/>
          <p:cNvSpPr txBox="1">
            <a:spLocks noGrp="1"/>
          </p:cNvSpPr>
          <p:nvPr>
            <p:ph type="body" sz="quarter" idx="23"/>
          </p:nvPr>
        </p:nvSpPr>
        <p:spPr>
          <a:xfrm>
            <a:off x="762000" y="635000"/>
            <a:ext cx="209550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64770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3600" cap="all" spc="18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r>
              <a:t>Text</a:t>
            </a:r>
          </a:p>
        </p:txBody>
      </p:sp>
      <p:sp>
        <p:nvSpPr>
          <p:cNvPr id="125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itat, alt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kriv ett citat här."/>
          <p:cNvSpPr txBox="1">
            <a:spLocks noGrp="1"/>
          </p:cNvSpPr>
          <p:nvPr>
            <p:ph type="body" sz="quarter" idx="21"/>
          </p:nvPr>
        </p:nvSpPr>
        <p:spPr>
          <a:xfrm>
            <a:off x="11049000" y="3721100"/>
            <a:ext cx="12573000" cy="1805946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3400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Skriv ett citat här.</a:t>
            </a:r>
          </a:p>
        </p:txBody>
      </p:sp>
      <p:sp>
        <p:nvSpPr>
          <p:cNvPr id="133" name="Bild"/>
          <p:cNvSpPr>
            <a:spLocks noGrp="1"/>
          </p:cNvSpPr>
          <p:nvPr>
            <p:ph type="pic" idx="22"/>
          </p:nvPr>
        </p:nvSpPr>
        <p:spPr>
          <a:xfrm>
            <a:off x="-190500" y="0"/>
            <a:ext cx="12428272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" name="Johnny Appleseed"/>
          <p:cNvSpPr txBox="1">
            <a:spLocks noGrp="1"/>
          </p:cNvSpPr>
          <p:nvPr>
            <p:ph type="body" sz="quarter" idx="23"/>
          </p:nvPr>
        </p:nvSpPr>
        <p:spPr>
          <a:xfrm>
            <a:off x="11049000" y="10953750"/>
            <a:ext cx="12573000" cy="12065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defTabSz="647700">
              <a:spcBef>
                <a:spcPts val="0"/>
              </a:spcBef>
              <a:buClrTx/>
              <a:buSzTx/>
              <a:buFontTx/>
              <a:buNone/>
              <a:defRPr sz="8700">
                <a:solidFill>
                  <a:srgbClr val="232323"/>
                </a:solidFill>
                <a:latin typeface="+mn-lt"/>
                <a:ea typeface="+mn-ea"/>
                <a:cs typeface="+mn-cs"/>
                <a:sym typeface="DIN Condensed Bold"/>
              </a:defRPr>
            </a:lvl1pPr>
          </a:lstStyle>
          <a:p>
            <a:r>
              <a:t>Johnny Appleseed</a:t>
            </a:r>
          </a:p>
        </p:txBody>
      </p:sp>
      <p:sp>
        <p:nvSpPr>
          <p:cNvPr id="135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ld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Bild"/>
          <p:cNvSpPr>
            <a:spLocks noGrp="1"/>
          </p:cNvSpPr>
          <p:nvPr>
            <p:ph type="pic" idx="21"/>
          </p:nvPr>
        </p:nvSpPr>
        <p:spPr>
          <a:xfrm>
            <a:off x="-38100" y="-1219200"/>
            <a:ext cx="24460200" cy="16145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3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om"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om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7395" y="1921873"/>
            <a:ext cx="22789207" cy="91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657600" y="7680961"/>
            <a:ext cx="17068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7395" y="1921873"/>
            <a:ext cx="22789207" cy="1107996"/>
          </a:xfrm>
        </p:spPr>
        <p:txBody>
          <a:bodyPr lIns="0" tIns="0" rIns="0" bIns="0"/>
          <a:lstStyle>
            <a:lvl1pPr>
              <a:defRPr sz="7200" b="1" i="0">
                <a:solidFill>
                  <a:srgbClr val="34A5D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7395" y="1921873"/>
            <a:ext cx="22789207" cy="1107996"/>
          </a:xfrm>
        </p:spPr>
        <p:txBody>
          <a:bodyPr lIns="0" tIns="0" rIns="0" bIns="0"/>
          <a:lstStyle>
            <a:lvl1pPr>
              <a:defRPr sz="7200" b="1" i="0">
                <a:solidFill>
                  <a:srgbClr val="34A5D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19200" y="3154680"/>
            <a:ext cx="1060704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2557759" y="3154680"/>
            <a:ext cx="1060704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7395" y="1921873"/>
            <a:ext cx="22789207" cy="1107996"/>
          </a:xfrm>
        </p:spPr>
        <p:txBody>
          <a:bodyPr lIns="0" tIns="0" rIns="0" bIns="0"/>
          <a:lstStyle>
            <a:lvl1pPr>
              <a:defRPr sz="7200" b="1" i="0">
                <a:solidFill>
                  <a:srgbClr val="34A5D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24384000" cy="1371523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22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je"/>
          <p:cNvSpPr/>
          <p:nvPr/>
        </p:nvSpPr>
        <p:spPr>
          <a:xfrm flipV="1">
            <a:off x="762000" y="1396632"/>
            <a:ext cx="22859999" cy="369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0800" tIns="50800" rIns="50800" bIns="50800" anchor="ctr"/>
          <a:lstStyle/>
          <a:p>
            <a:pPr defTabSz="457200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iteltext"/>
          <p:cNvSpPr txBox="1">
            <a:spLocks noGrp="1"/>
          </p:cNvSpPr>
          <p:nvPr>
            <p:ph type="title"/>
          </p:nvPr>
        </p:nvSpPr>
        <p:spPr>
          <a:xfrm>
            <a:off x="762000" y="2159000"/>
            <a:ext cx="22860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Titeltext</a:t>
            </a:r>
          </a:p>
        </p:txBody>
      </p:sp>
      <p:sp>
        <p:nvSpPr>
          <p:cNvPr id="4" name="Brödtext nivå ett…"/>
          <p:cNvSpPr txBox="1">
            <a:spLocks noGrp="1"/>
          </p:cNvSpPr>
          <p:nvPr>
            <p:ph type="body" idx="1"/>
          </p:nvPr>
        </p:nvSpPr>
        <p:spPr>
          <a:xfrm>
            <a:off x="762000" y="3860800"/>
            <a:ext cx="22860000" cy="8585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Brödtext nivå ett</a:t>
            </a:r>
          </a:p>
          <a:p>
            <a:pPr lvl="1"/>
            <a:r>
              <a:t>Brödtext nivå två</a:t>
            </a:r>
          </a:p>
          <a:p>
            <a:pPr lvl="2"/>
            <a:r>
              <a:t>Brödtext nivå tre</a:t>
            </a:r>
          </a:p>
          <a:p>
            <a:pPr lvl="3"/>
            <a:r>
              <a:t>Brödtext nivå fyra</a:t>
            </a:r>
          </a:p>
          <a:p>
            <a:pPr lvl="4"/>
            <a:r>
              <a:t>Brödtext nivå fem</a:t>
            </a:r>
          </a:p>
        </p:txBody>
      </p:sp>
      <p:sp>
        <p:nvSpPr>
          <p:cNvPr id="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23059652" y="609600"/>
            <a:ext cx="553196" cy="635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3600"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1pPr>
      <a:lvl2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2pPr>
      <a:lvl3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3pPr>
      <a:lvl4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4pPr>
      <a:lvl5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5pPr>
      <a:lvl6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6pPr>
      <a:lvl7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7pPr>
      <a:lvl8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8pPr>
      <a:lvl9pPr marL="0" marR="0" indent="0" algn="l" defTabSz="825500" rtl="0" latinLnBrk="0">
        <a:lnSpc>
          <a:spcPct val="80000"/>
        </a:lnSpc>
        <a:spcBef>
          <a:spcPts val="3900"/>
        </a:spcBef>
        <a:spcAft>
          <a:spcPts val="0"/>
        </a:spcAft>
        <a:buClrTx/>
        <a:buSzTx/>
        <a:buFontTx/>
        <a:buNone/>
        <a:tabLst/>
        <a:defRPr sz="87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 Bold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127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90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254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317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381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444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5080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5715000" marR="0" indent="-635000" algn="l" defTabSz="825500" rtl="0" latinLnBrk="0">
        <a:lnSpc>
          <a:spcPct val="100000"/>
        </a:lnSpc>
        <a:spcBef>
          <a:spcPts val="39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 Regular"/>
        <a:buChar char="‣"/>
        <a:tabLst/>
        <a:defRPr sz="48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1pPr>
      <a:lvl2pPr marL="0" marR="0" indent="228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2pPr>
      <a:lvl3pPr marL="0" marR="0" indent="457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3pPr>
      <a:lvl4pPr marL="0" marR="0" indent="685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4pPr>
      <a:lvl5pPr marL="0" marR="0" indent="9144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5pPr>
      <a:lvl6pPr marL="0" marR="0" indent="11430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6pPr>
      <a:lvl7pPr marL="0" marR="0" indent="13716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7pPr>
      <a:lvl8pPr marL="0" marR="0" indent="16002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8pPr>
      <a:lvl9pPr marL="0" marR="0" indent="1828800" algn="r" defTabSz="8255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 Bold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24384000" cy="13715230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222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000" y="1396535"/>
            <a:ext cx="22860578" cy="770"/>
          </a:xfrm>
          <a:custGeom>
            <a:avLst/>
            <a:gdLst/>
            <a:ahLst/>
            <a:cxnLst/>
            <a:rect l="l" t="t" r="r" b="b"/>
            <a:pathLst>
              <a:path w="18848070" h="634">
                <a:moveTo>
                  <a:pt x="0" y="303"/>
                </a:moveTo>
                <a:lnTo>
                  <a:pt x="18847593" y="0"/>
                </a:lnTo>
              </a:path>
            </a:pathLst>
          </a:custGeom>
          <a:ln w="20941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7395" y="1921873"/>
            <a:ext cx="22789207" cy="91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rgbClr val="34A5D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7395" y="3875395"/>
            <a:ext cx="227892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90560" y="12755881"/>
            <a:ext cx="780288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19201" y="12755881"/>
            <a:ext cx="56083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556482" y="12755881"/>
            <a:ext cx="56083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54492">
        <a:defRPr>
          <a:latin typeface="+mn-lt"/>
          <a:ea typeface="+mn-ea"/>
          <a:cs typeface="+mn-cs"/>
        </a:defRPr>
      </a:lvl2pPr>
      <a:lvl3pPr marL="1108984">
        <a:defRPr>
          <a:latin typeface="+mn-lt"/>
          <a:ea typeface="+mn-ea"/>
          <a:cs typeface="+mn-cs"/>
        </a:defRPr>
      </a:lvl3pPr>
      <a:lvl4pPr marL="1663476">
        <a:defRPr>
          <a:latin typeface="+mn-lt"/>
          <a:ea typeface="+mn-ea"/>
          <a:cs typeface="+mn-cs"/>
        </a:defRPr>
      </a:lvl4pPr>
      <a:lvl5pPr marL="2217969">
        <a:defRPr>
          <a:latin typeface="+mn-lt"/>
          <a:ea typeface="+mn-ea"/>
          <a:cs typeface="+mn-cs"/>
        </a:defRPr>
      </a:lvl5pPr>
      <a:lvl6pPr marL="2772461">
        <a:defRPr>
          <a:latin typeface="+mn-lt"/>
          <a:ea typeface="+mn-ea"/>
          <a:cs typeface="+mn-cs"/>
        </a:defRPr>
      </a:lvl6pPr>
      <a:lvl7pPr marL="3326953">
        <a:defRPr>
          <a:latin typeface="+mn-lt"/>
          <a:ea typeface="+mn-ea"/>
          <a:cs typeface="+mn-cs"/>
        </a:defRPr>
      </a:lvl7pPr>
      <a:lvl8pPr marL="3881445">
        <a:defRPr>
          <a:latin typeface="+mn-lt"/>
          <a:ea typeface="+mn-ea"/>
          <a:cs typeface="+mn-cs"/>
        </a:defRPr>
      </a:lvl8pPr>
      <a:lvl9pPr marL="443593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54492">
        <a:defRPr>
          <a:latin typeface="+mn-lt"/>
          <a:ea typeface="+mn-ea"/>
          <a:cs typeface="+mn-cs"/>
        </a:defRPr>
      </a:lvl2pPr>
      <a:lvl3pPr marL="1108984">
        <a:defRPr>
          <a:latin typeface="+mn-lt"/>
          <a:ea typeface="+mn-ea"/>
          <a:cs typeface="+mn-cs"/>
        </a:defRPr>
      </a:lvl3pPr>
      <a:lvl4pPr marL="1663476">
        <a:defRPr>
          <a:latin typeface="+mn-lt"/>
          <a:ea typeface="+mn-ea"/>
          <a:cs typeface="+mn-cs"/>
        </a:defRPr>
      </a:lvl4pPr>
      <a:lvl5pPr marL="2217969">
        <a:defRPr>
          <a:latin typeface="+mn-lt"/>
          <a:ea typeface="+mn-ea"/>
          <a:cs typeface="+mn-cs"/>
        </a:defRPr>
      </a:lvl5pPr>
      <a:lvl6pPr marL="2772461">
        <a:defRPr>
          <a:latin typeface="+mn-lt"/>
          <a:ea typeface="+mn-ea"/>
          <a:cs typeface="+mn-cs"/>
        </a:defRPr>
      </a:lvl6pPr>
      <a:lvl7pPr marL="3326953">
        <a:defRPr>
          <a:latin typeface="+mn-lt"/>
          <a:ea typeface="+mn-ea"/>
          <a:cs typeface="+mn-cs"/>
        </a:defRPr>
      </a:lvl7pPr>
      <a:lvl8pPr marL="3881445">
        <a:defRPr>
          <a:latin typeface="+mn-lt"/>
          <a:ea typeface="+mn-ea"/>
          <a:cs typeface="+mn-cs"/>
        </a:defRPr>
      </a:lvl8pPr>
      <a:lvl9pPr marL="4435937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It I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>
            <a:lvl1pPr defTabSz="792479">
              <a:defRPr sz="29088"/>
            </a:lvl1pPr>
          </a:lstStyle>
          <a:p>
            <a:r>
              <a:rPr sz="29050" dirty="0" err="1"/>
              <a:t>GIt</a:t>
            </a:r>
            <a:r>
              <a:rPr sz="29050" dirty="0"/>
              <a:t> </a:t>
            </a:r>
            <a:r>
              <a:rPr lang="en-US" sz="29050" dirty="0"/>
              <a:t>III</a:t>
            </a:r>
            <a:endParaRPr sz="2905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Agend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165">
              <a:spcBef>
                <a:spcPts val="3200"/>
              </a:spcBef>
              <a:defRPr sz="7221"/>
            </a:lvl1pPr>
          </a:lstStyle>
          <a:p>
            <a:r>
              <a:t>Agenda</a:t>
            </a:r>
          </a:p>
        </p:txBody>
      </p:sp>
      <p:sp>
        <p:nvSpPr>
          <p:cNvPr id="169" name="Dubbelklicka här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lIns="50800" tIns="50800" rIns="50800" bIns="50800" anchor="t">
            <a:normAutofit/>
          </a:bodyPr>
          <a:lstStyle/>
          <a:p>
            <a:r>
              <a:rPr lang="en-US" dirty="0"/>
              <a:t>Branches</a:t>
            </a:r>
          </a:p>
          <a:p>
            <a:pPr lvl="1"/>
            <a:r>
              <a:rPr lang="en-US" dirty="0"/>
              <a:t>Merge</a:t>
            </a:r>
          </a:p>
          <a:p>
            <a:pPr lvl="1"/>
            <a:r>
              <a:rPr lang="en-US" dirty="0"/>
              <a:t>Rebase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7050276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68250"/>
            <a:ext cx="19981253" cy="5042571"/>
          </a:xfrm>
          <a:prstGeom prst="rect">
            <a:avLst/>
          </a:prstGeom>
        </p:spPr>
        <p:txBody>
          <a:bodyPr vert="horz" wrap="square" lIns="0" tIns="15403" rIns="0" bIns="0" rtlCol="0" anchor="t">
            <a:spAutoFit/>
          </a:bodyPr>
          <a:lstStyle/>
          <a:p>
            <a:pPr marL="15240">
              <a:spcBef>
                <a:spcPts val="121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73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146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3100" spc="-9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-36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8" dirty="0">
                <a:solidFill>
                  <a:srgbClr val="838787"/>
                </a:solidFill>
                <a:latin typeface="Arial"/>
                <a:cs typeface="Arial"/>
              </a:rPr>
              <a:t>skapa</a:t>
            </a:r>
            <a:r>
              <a:rPr sz="3100" spc="-9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en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endParaRPr lang="en-US"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55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267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7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1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73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164" dirty="0">
                <a:solidFill>
                  <a:srgbClr val="838787"/>
                </a:solidFill>
                <a:latin typeface="Arial"/>
                <a:cs typeface="Arial"/>
              </a:rPr>
              <a:t>Öppna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i="1" spc="-6" dirty="0">
                <a:solidFill>
                  <a:srgbClr val="838787"/>
                </a:solidFill>
                <a:latin typeface="Arial"/>
                <a:cs typeface="Arial"/>
              </a:rPr>
              <a:t>refs</a:t>
            </a:r>
            <a:r>
              <a:rPr sz="3100" i="1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8" dirty="0">
                <a:solidFill>
                  <a:srgbClr val="838787"/>
                </a:solidFill>
                <a:latin typeface="Arial"/>
                <a:cs typeface="Arial"/>
              </a:rPr>
              <a:t>(</a:t>
            </a:r>
            <a:r>
              <a:rPr sz="3100" i="1" spc="18" dirty="0">
                <a:solidFill>
                  <a:srgbClr val="838787"/>
                </a:solidFill>
                <a:latin typeface="Arial"/>
                <a:cs typeface="Arial"/>
              </a:rPr>
              <a:t>branches</a:t>
            </a:r>
            <a:r>
              <a:rPr sz="3100" spc="18" dirty="0">
                <a:solidFill>
                  <a:srgbClr val="838787"/>
                </a:solidFill>
                <a:latin typeface="Arial"/>
                <a:cs typeface="Arial"/>
              </a:rPr>
              <a:t>)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15" dirty="0">
                <a:solidFill>
                  <a:srgbClr val="838787"/>
                </a:solidFill>
                <a:latin typeface="Arial"/>
                <a:cs typeface="Arial"/>
              </a:rPr>
              <a:t>i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21" dirty="0">
                <a:solidFill>
                  <a:srgbClr val="838787"/>
                </a:solidFill>
                <a:latin typeface="Arial"/>
                <a:cs typeface="Arial"/>
              </a:rPr>
              <a:t>.git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90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267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100" spc="-9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30" dirty="0">
                <a:solidFill>
                  <a:srgbClr val="838787"/>
                </a:solidFill>
                <a:latin typeface="Arial"/>
                <a:cs typeface="Arial"/>
              </a:rPr>
              <a:t>cat</a:t>
            </a:r>
            <a:r>
              <a:rPr sz="3100" spc="-9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91" dirty="0">
                <a:solidFill>
                  <a:srgbClr val="838787"/>
                </a:solidFill>
                <a:latin typeface="Arial"/>
                <a:cs typeface="Arial"/>
              </a:rPr>
              <a:t>.git/refs/heads/master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55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267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7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1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82" dirty="0">
                <a:solidFill>
                  <a:srgbClr val="838787"/>
                </a:solidFill>
                <a:latin typeface="Arial"/>
                <a:cs typeface="Arial"/>
              </a:rPr>
              <a:t>log</a:t>
            </a:r>
            <a:endParaRPr sz="3100">
              <a:latin typeface="Arial"/>
              <a:cs typeface="Arial"/>
            </a:endParaRPr>
          </a:p>
          <a:p>
            <a:pPr marL="1283970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709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12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97" dirty="0">
                <a:solidFill>
                  <a:srgbClr val="838787"/>
                </a:solidFill>
                <a:latin typeface="Arial"/>
                <a:cs typeface="Arial"/>
              </a:rPr>
              <a:t>händer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82" dirty="0">
                <a:solidFill>
                  <a:srgbClr val="838787"/>
                </a:solidFill>
                <a:latin typeface="Arial"/>
                <a:cs typeface="Arial"/>
              </a:rPr>
              <a:t>om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3" dirty="0">
                <a:solidFill>
                  <a:srgbClr val="838787"/>
                </a:solidFill>
                <a:latin typeface="Arial"/>
                <a:cs typeface="Arial"/>
              </a:rPr>
              <a:t>vi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30" dirty="0">
                <a:solidFill>
                  <a:srgbClr val="838787"/>
                </a:solidFill>
                <a:latin typeface="Arial"/>
                <a:cs typeface="Arial"/>
              </a:rPr>
              <a:t>skapar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en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61" dirty="0">
                <a:solidFill>
                  <a:srgbClr val="838787"/>
                </a:solidFill>
                <a:latin typeface="Arial"/>
                <a:cs typeface="Arial"/>
              </a:rPr>
              <a:t>ny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21" dirty="0">
                <a:solidFill>
                  <a:srgbClr val="838787"/>
                </a:solidFill>
                <a:latin typeface="Arial"/>
                <a:cs typeface="Arial"/>
              </a:rPr>
              <a:t>fil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70" dirty="0">
                <a:solidFill>
                  <a:srgbClr val="838787"/>
                </a:solidFill>
                <a:latin typeface="Arial"/>
                <a:cs typeface="Arial"/>
              </a:rPr>
              <a:t>med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en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42" dirty="0">
                <a:solidFill>
                  <a:srgbClr val="838787"/>
                </a:solidFill>
                <a:latin typeface="Arial"/>
                <a:cs typeface="Arial"/>
              </a:rPr>
              <a:t>annan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38" dirty="0">
                <a:solidFill>
                  <a:srgbClr val="838787"/>
                </a:solidFill>
                <a:latin typeface="Arial"/>
                <a:cs typeface="Arial"/>
              </a:rPr>
              <a:t>commit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3" dirty="0">
                <a:solidFill>
                  <a:srgbClr val="838787"/>
                </a:solidFill>
                <a:latin typeface="Arial"/>
                <a:cs typeface="Arial"/>
              </a:rPr>
              <a:t>id?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63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267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7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r>
              <a:rPr sz="31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709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267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100" spc="-7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30" dirty="0">
                <a:solidFill>
                  <a:srgbClr val="838787"/>
                </a:solidFill>
                <a:latin typeface="Arial"/>
                <a:cs typeface="Arial"/>
              </a:rPr>
              <a:t>cat</a:t>
            </a:r>
            <a:r>
              <a:rPr sz="31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97" dirty="0">
                <a:solidFill>
                  <a:srgbClr val="838787"/>
                </a:solidFill>
                <a:latin typeface="Arial"/>
                <a:cs typeface="Arial"/>
              </a:rPr>
              <a:t>.git/refs/heads/Anna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55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267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1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17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1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79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endParaRPr sz="31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4900" spc="-108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4900" spc="637" baseline="-5144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100" spc="12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31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100" spc="55" dirty="0">
                <a:solidFill>
                  <a:srgbClr val="838787"/>
                </a:solidFill>
                <a:latin typeface="Arial"/>
                <a:cs typeface="Arial"/>
              </a:rPr>
              <a:t>hände?</a:t>
            </a:r>
            <a:endParaRPr sz="31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824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941290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10631058" y="4247752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39">
                <a:moveTo>
                  <a:pt x="991925" y="0"/>
                </a:moveTo>
                <a:lnTo>
                  <a:pt x="946822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3" y="11822"/>
                </a:lnTo>
                <a:lnTo>
                  <a:pt x="767588" y="19704"/>
                </a:lnTo>
                <a:lnTo>
                  <a:pt x="723467" y="29556"/>
                </a:lnTo>
                <a:lnTo>
                  <a:pt x="679777" y="41379"/>
                </a:lnTo>
                <a:lnTo>
                  <a:pt x="636599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9" y="1775910"/>
                </a:lnTo>
                <a:lnTo>
                  <a:pt x="679777" y="1789703"/>
                </a:lnTo>
                <a:lnTo>
                  <a:pt x="723467" y="1801526"/>
                </a:lnTo>
                <a:lnTo>
                  <a:pt x="767588" y="1811378"/>
                </a:lnTo>
                <a:lnTo>
                  <a:pt x="812063" y="1819260"/>
                </a:lnTo>
                <a:lnTo>
                  <a:pt x="856812" y="1825171"/>
                </a:lnTo>
                <a:lnTo>
                  <a:pt x="901758" y="1829112"/>
                </a:lnTo>
                <a:lnTo>
                  <a:pt x="946822" y="1831083"/>
                </a:lnTo>
                <a:lnTo>
                  <a:pt x="991925" y="1831083"/>
                </a:lnTo>
                <a:lnTo>
                  <a:pt x="1036988" y="1829112"/>
                </a:lnTo>
                <a:lnTo>
                  <a:pt x="1081934" y="1825171"/>
                </a:lnTo>
                <a:lnTo>
                  <a:pt x="1126684" y="1819260"/>
                </a:lnTo>
                <a:lnTo>
                  <a:pt x="1171158" y="1811378"/>
                </a:lnTo>
                <a:lnTo>
                  <a:pt x="1215280" y="1801526"/>
                </a:lnTo>
                <a:lnTo>
                  <a:pt x="1258969" y="1789703"/>
                </a:lnTo>
                <a:lnTo>
                  <a:pt x="1302148" y="1775910"/>
                </a:lnTo>
                <a:lnTo>
                  <a:pt x="1344737" y="1760146"/>
                </a:lnTo>
                <a:lnTo>
                  <a:pt x="1386659" y="1742412"/>
                </a:lnTo>
                <a:lnTo>
                  <a:pt x="1427835" y="1722708"/>
                </a:lnTo>
                <a:lnTo>
                  <a:pt x="1468186" y="1701033"/>
                </a:lnTo>
                <a:lnTo>
                  <a:pt x="1507634" y="1677387"/>
                </a:lnTo>
                <a:lnTo>
                  <a:pt x="1546101" y="1651771"/>
                </a:lnTo>
                <a:lnTo>
                  <a:pt x="1583507" y="1624185"/>
                </a:lnTo>
                <a:lnTo>
                  <a:pt x="1619774" y="1594628"/>
                </a:lnTo>
                <a:lnTo>
                  <a:pt x="1654823" y="1563101"/>
                </a:lnTo>
                <a:lnTo>
                  <a:pt x="1689205" y="1528935"/>
                </a:lnTo>
                <a:lnTo>
                  <a:pt x="1721368" y="1493548"/>
                </a:lnTo>
                <a:lnTo>
                  <a:pt x="1751313" y="1457023"/>
                </a:lnTo>
                <a:lnTo>
                  <a:pt x="1779040" y="1419439"/>
                </a:lnTo>
                <a:lnTo>
                  <a:pt x="1804549" y="1380879"/>
                </a:lnTo>
                <a:lnTo>
                  <a:pt x="1827839" y="1341423"/>
                </a:lnTo>
                <a:lnTo>
                  <a:pt x="1848912" y="1301154"/>
                </a:lnTo>
                <a:lnTo>
                  <a:pt x="1867766" y="1260153"/>
                </a:lnTo>
                <a:lnTo>
                  <a:pt x="1884402" y="1218501"/>
                </a:lnTo>
                <a:lnTo>
                  <a:pt x="1898820" y="1176278"/>
                </a:lnTo>
                <a:lnTo>
                  <a:pt x="1911020" y="1133568"/>
                </a:lnTo>
                <a:lnTo>
                  <a:pt x="1921002" y="1090451"/>
                </a:lnTo>
                <a:lnTo>
                  <a:pt x="1928765" y="1047008"/>
                </a:lnTo>
                <a:lnTo>
                  <a:pt x="1934310" y="1003321"/>
                </a:lnTo>
                <a:lnTo>
                  <a:pt x="1937638" y="959472"/>
                </a:lnTo>
                <a:lnTo>
                  <a:pt x="1938747" y="915541"/>
                </a:lnTo>
                <a:lnTo>
                  <a:pt x="1937638" y="871610"/>
                </a:lnTo>
                <a:lnTo>
                  <a:pt x="1934310" y="827761"/>
                </a:lnTo>
                <a:lnTo>
                  <a:pt x="1928765" y="784074"/>
                </a:lnTo>
                <a:lnTo>
                  <a:pt x="1921002" y="740631"/>
                </a:lnTo>
                <a:lnTo>
                  <a:pt x="1911020" y="697514"/>
                </a:lnTo>
                <a:lnTo>
                  <a:pt x="1898820" y="654804"/>
                </a:lnTo>
                <a:lnTo>
                  <a:pt x="1884402" y="612582"/>
                </a:lnTo>
                <a:lnTo>
                  <a:pt x="1867766" y="570929"/>
                </a:lnTo>
                <a:lnTo>
                  <a:pt x="1848912" y="529928"/>
                </a:lnTo>
                <a:lnTo>
                  <a:pt x="1827839" y="489659"/>
                </a:lnTo>
                <a:lnTo>
                  <a:pt x="1804549" y="450203"/>
                </a:lnTo>
                <a:lnTo>
                  <a:pt x="1779040" y="411643"/>
                </a:lnTo>
                <a:lnTo>
                  <a:pt x="1751313" y="374059"/>
                </a:lnTo>
                <a:lnTo>
                  <a:pt x="1721368" y="337534"/>
                </a:lnTo>
                <a:lnTo>
                  <a:pt x="1689205" y="302147"/>
                </a:lnTo>
                <a:lnTo>
                  <a:pt x="1654823" y="267981"/>
                </a:lnTo>
                <a:lnTo>
                  <a:pt x="1619774" y="236454"/>
                </a:lnTo>
                <a:lnTo>
                  <a:pt x="1583507" y="206897"/>
                </a:lnTo>
                <a:lnTo>
                  <a:pt x="1546101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5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8" y="55172"/>
                </a:lnTo>
                <a:lnTo>
                  <a:pt x="1258969" y="41379"/>
                </a:lnTo>
                <a:lnTo>
                  <a:pt x="1215280" y="29556"/>
                </a:lnTo>
                <a:lnTo>
                  <a:pt x="1171158" y="19704"/>
                </a:lnTo>
                <a:lnTo>
                  <a:pt x="1126684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5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30960" y="4887790"/>
            <a:ext cx="135157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9" dirty="0">
                <a:solidFill>
                  <a:srgbClr val="FFFFFF"/>
                </a:solidFill>
                <a:latin typeface="Calibri"/>
                <a:cs typeface="Calibri"/>
              </a:rPr>
              <a:t>29EF426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31058" y="8360748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5" y="0"/>
                </a:moveTo>
                <a:lnTo>
                  <a:pt x="946822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3" y="11822"/>
                </a:lnTo>
                <a:lnTo>
                  <a:pt x="767588" y="19704"/>
                </a:lnTo>
                <a:lnTo>
                  <a:pt x="723467" y="29556"/>
                </a:lnTo>
                <a:lnTo>
                  <a:pt x="679777" y="41379"/>
                </a:lnTo>
                <a:lnTo>
                  <a:pt x="636599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9" y="1775910"/>
                </a:lnTo>
                <a:lnTo>
                  <a:pt x="679777" y="1789703"/>
                </a:lnTo>
                <a:lnTo>
                  <a:pt x="723467" y="1801526"/>
                </a:lnTo>
                <a:lnTo>
                  <a:pt x="767588" y="1811378"/>
                </a:lnTo>
                <a:lnTo>
                  <a:pt x="812063" y="1819260"/>
                </a:lnTo>
                <a:lnTo>
                  <a:pt x="856812" y="1825171"/>
                </a:lnTo>
                <a:lnTo>
                  <a:pt x="901758" y="1829112"/>
                </a:lnTo>
                <a:lnTo>
                  <a:pt x="946822" y="1831083"/>
                </a:lnTo>
                <a:lnTo>
                  <a:pt x="991925" y="1831083"/>
                </a:lnTo>
                <a:lnTo>
                  <a:pt x="1036988" y="1829112"/>
                </a:lnTo>
                <a:lnTo>
                  <a:pt x="1081934" y="1825171"/>
                </a:lnTo>
                <a:lnTo>
                  <a:pt x="1126684" y="1819260"/>
                </a:lnTo>
                <a:lnTo>
                  <a:pt x="1171158" y="1811378"/>
                </a:lnTo>
                <a:lnTo>
                  <a:pt x="1215280" y="1801526"/>
                </a:lnTo>
                <a:lnTo>
                  <a:pt x="1258969" y="1789703"/>
                </a:lnTo>
                <a:lnTo>
                  <a:pt x="1302148" y="1775910"/>
                </a:lnTo>
                <a:lnTo>
                  <a:pt x="1344737" y="1760146"/>
                </a:lnTo>
                <a:lnTo>
                  <a:pt x="1386659" y="1742412"/>
                </a:lnTo>
                <a:lnTo>
                  <a:pt x="1427835" y="1722708"/>
                </a:lnTo>
                <a:lnTo>
                  <a:pt x="1468186" y="1701033"/>
                </a:lnTo>
                <a:lnTo>
                  <a:pt x="1507634" y="1677387"/>
                </a:lnTo>
                <a:lnTo>
                  <a:pt x="1546101" y="1651771"/>
                </a:lnTo>
                <a:lnTo>
                  <a:pt x="1583507" y="1624185"/>
                </a:lnTo>
                <a:lnTo>
                  <a:pt x="1619774" y="1594628"/>
                </a:lnTo>
                <a:lnTo>
                  <a:pt x="1654823" y="1563101"/>
                </a:lnTo>
                <a:lnTo>
                  <a:pt x="1689205" y="1528935"/>
                </a:lnTo>
                <a:lnTo>
                  <a:pt x="1721368" y="1493548"/>
                </a:lnTo>
                <a:lnTo>
                  <a:pt x="1751313" y="1457023"/>
                </a:lnTo>
                <a:lnTo>
                  <a:pt x="1779040" y="1419439"/>
                </a:lnTo>
                <a:lnTo>
                  <a:pt x="1804549" y="1380879"/>
                </a:lnTo>
                <a:lnTo>
                  <a:pt x="1827839" y="1341423"/>
                </a:lnTo>
                <a:lnTo>
                  <a:pt x="1848912" y="1301154"/>
                </a:lnTo>
                <a:lnTo>
                  <a:pt x="1867766" y="1260153"/>
                </a:lnTo>
                <a:lnTo>
                  <a:pt x="1884402" y="1218501"/>
                </a:lnTo>
                <a:lnTo>
                  <a:pt x="1898820" y="1176278"/>
                </a:lnTo>
                <a:lnTo>
                  <a:pt x="1911020" y="1133568"/>
                </a:lnTo>
                <a:lnTo>
                  <a:pt x="1921002" y="1090451"/>
                </a:lnTo>
                <a:lnTo>
                  <a:pt x="1928765" y="1047008"/>
                </a:lnTo>
                <a:lnTo>
                  <a:pt x="1934310" y="1003321"/>
                </a:lnTo>
                <a:lnTo>
                  <a:pt x="1937638" y="959472"/>
                </a:lnTo>
                <a:lnTo>
                  <a:pt x="1938747" y="915541"/>
                </a:lnTo>
                <a:lnTo>
                  <a:pt x="1937638" y="871610"/>
                </a:lnTo>
                <a:lnTo>
                  <a:pt x="1934310" y="827761"/>
                </a:lnTo>
                <a:lnTo>
                  <a:pt x="1928765" y="784074"/>
                </a:lnTo>
                <a:lnTo>
                  <a:pt x="1921002" y="740631"/>
                </a:lnTo>
                <a:lnTo>
                  <a:pt x="1911020" y="697514"/>
                </a:lnTo>
                <a:lnTo>
                  <a:pt x="1898820" y="654804"/>
                </a:lnTo>
                <a:lnTo>
                  <a:pt x="1884402" y="612582"/>
                </a:lnTo>
                <a:lnTo>
                  <a:pt x="1867766" y="570929"/>
                </a:lnTo>
                <a:lnTo>
                  <a:pt x="1848912" y="529928"/>
                </a:lnTo>
                <a:lnTo>
                  <a:pt x="1827839" y="489659"/>
                </a:lnTo>
                <a:lnTo>
                  <a:pt x="1804549" y="450203"/>
                </a:lnTo>
                <a:lnTo>
                  <a:pt x="1779040" y="411643"/>
                </a:lnTo>
                <a:lnTo>
                  <a:pt x="1751313" y="374059"/>
                </a:lnTo>
                <a:lnTo>
                  <a:pt x="1721368" y="337534"/>
                </a:lnTo>
                <a:lnTo>
                  <a:pt x="1689205" y="302147"/>
                </a:lnTo>
                <a:lnTo>
                  <a:pt x="1654823" y="267981"/>
                </a:lnTo>
                <a:lnTo>
                  <a:pt x="1619774" y="236454"/>
                </a:lnTo>
                <a:lnTo>
                  <a:pt x="1583507" y="206897"/>
                </a:lnTo>
                <a:lnTo>
                  <a:pt x="1546101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5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8" y="55172"/>
                </a:lnTo>
                <a:lnTo>
                  <a:pt x="1258969" y="41379"/>
                </a:lnTo>
                <a:lnTo>
                  <a:pt x="1215280" y="29556"/>
                </a:lnTo>
                <a:lnTo>
                  <a:pt x="1171158" y="19704"/>
                </a:lnTo>
                <a:lnTo>
                  <a:pt x="1126684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5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02075" y="9001777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678380" y="6484999"/>
            <a:ext cx="259534" cy="1828287"/>
            <a:chOff x="9628551" y="5347122"/>
            <a:chExt cx="213995" cy="1507490"/>
          </a:xfrm>
        </p:grpSpPr>
        <p:sp>
          <p:nvSpPr>
            <p:cNvPr id="8" name="object 8"/>
            <p:cNvSpPr/>
            <p:nvPr/>
          </p:nvSpPr>
          <p:spPr>
            <a:xfrm>
              <a:off x="9735123" y="5373299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28551" y="6639525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4"/>
                  </a:lnTo>
                  <a:lnTo>
                    <a:pt x="213597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9029898" y="472316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313624" y="472316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0"/>
                </a:lnTo>
                <a:lnTo>
                  <a:pt x="670136" y="356010"/>
                </a:lnTo>
                <a:lnTo>
                  <a:pt x="67013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49991" y="5082643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51860" y="5082643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727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773030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70932"/>
            <a:ext cx="6692485" cy="785772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8" dirty="0">
                <a:solidFill>
                  <a:srgbClr val="838787"/>
                </a:solidFill>
                <a:latin typeface="Arial"/>
                <a:cs typeface="Arial"/>
              </a:rPr>
              <a:t>betyder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4" dirty="0">
                <a:solidFill>
                  <a:srgbClr val="838787"/>
                </a:solidFill>
                <a:latin typeface="Arial"/>
                <a:cs typeface="Arial"/>
              </a:rPr>
              <a:t>*?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1058" y="4247752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39">
                <a:moveTo>
                  <a:pt x="991925" y="0"/>
                </a:moveTo>
                <a:lnTo>
                  <a:pt x="946822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3" y="11822"/>
                </a:lnTo>
                <a:lnTo>
                  <a:pt x="767588" y="19704"/>
                </a:lnTo>
                <a:lnTo>
                  <a:pt x="723467" y="29556"/>
                </a:lnTo>
                <a:lnTo>
                  <a:pt x="679777" y="41379"/>
                </a:lnTo>
                <a:lnTo>
                  <a:pt x="636599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9" y="1775910"/>
                </a:lnTo>
                <a:lnTo>
                  <a:pt x="679777" y="1789703"/>
                </a:lnTo>
                <a:lnTo>
                  <a:pt x="723467" y="1801526"/>
                </a:lnTo>
                <a:lnTo>
                  <a:pt x="767588" y="1811378"/>
                </a:lnTo>
                <a:lnTo>
                  <a:pt x="812063" y="1819260"/>
                </a:lnTo>
                <a:lnTo>
                  <a:pt x="856812" y="1825171"/>
                </a:lnTo>
                <a:lnTo>
                  <a:pt x="901758" y="1829112"/>
                </a:lnTo>
                <a:lnTo>
                  <a:pt x="946822" y="1831083"/>
                </a:lnTo>
                <a:lnTo>
                  <a:pt x="991925" y="1831083"/>
                </a:lnTo>
                <a:lnTo>
                  <a:pt x="1036988" y="1829112"/>
                </a:lnTo>
                <a:lnTo>
                  <a:pt x="1081934" y="1825171"/>
                </a:lnTo>
                <a:lnTo>
                  <a:pt x="1126684" y="1819260"/>
                </a:lnTo>
                <a:lnTo>
                  <a:pt x="1171158" y="1811378"/>
                </a:lnTo>
                <a:lnTo>
                  <a:pt x="1215280" y="1801526"/>
                </a:lnTo>
                <a:lnTo>
                  <a:pt x="1258969" y="1789703"/>
                </a:lnTo>
                <a:lnTo>
                  <a:pt x="1302148" y="1775910"/>
                </a:lnTo>
                <a:lnTo>
                  <a:pt x="1344737" y="1760146"/>
                </a:lnTo>
                <a:lnTo>
                  <a:pt x="1386659" y="1742412"/>
                </a:lnTo>
                <a:lnTo>
                  <a:pt x="1427835" y="1722708"/>
                </a:lnTo>
                <a:lnTo>
                  <a:pt x="1468186" y="1701033"/>
                </a:lnTo>
                <a:lnTo>
                  <a:pt x="1507634" y="1677387"/>
                </a:lnTo>
                <a:lnTo>
                  <a:pt x="1546101" y="1651771"/>
                </a:lnTo>
                <a:lnTo>
                  <a:pt x="1583507" y="1624185"/>
                </a:lnTo>
                <a:lnTo>
                  <a:pt x="1619774" y="1594628"/>
                </a:lnTo>
                <a:lnTo>
                  <a:pt x="1654823" y="1563101"/>
                </a:lnTo>
                <a:lnTo>
                  <a:pt x="1689205" y="1528935"/>
                </a:lnTo>
                <a:lnTo>
                  <a:pt x="1721368" y="1493548"/>
                </a:lnTo>
                <a:lnTo>
                  <a:pt x="1751313" y="1457023"/>
                </a:lnTo>
                <a:lnTo>
                  <a:pt x="1779040" y="1419439"/>
                </a:lnTo>
                <a:lnTo>
                  <a:pt x="1804549" y="1380879"/>
                </a:lnTo>
                <a:lnTo>
                  <a:pt x="1827839" y="1341423"/>
                </a:lnTo>
                <a:lnTo>
                  <a:pt x="1848912" y="1301154"/>
                </a:lnTo>
                <a:lnTo>
                  <a:pt x="1867766" y="1260153"/>
                </a:lnTo>
                <a:lnTo>
                  <a:pt x="1884402" y="1218501"/>
                </a:lnTo>
                <a:lnTo>
                  <a:pt x="1898820" y="1176278"/>
                </a:lnTo>
                <a:lnTo>
                  <a:pt x="1911020" y="1133568"/>
                </a:lnTo>
                <a:lnTo>
                  <a:pt x="1921002" y="1090451"/>
                </a:lnTo>
                <a:lnTo>
                  <a:pt x="1928765" y="1047008"/>
                </a:lnTo>
                <a:lnTo>
                  <a:pt x="1934310" y="1003321"/>
                </a:lnTo>
                <a:lnTo>
                  <a:pt x="1937638" y="959472"/>
                </a:lnTo>
                <a:lnTo>
                  <a:pt x="1938747" y="915541"/>
                </a:lnTo>
                <a:lnTo>
                  <a:pt x="1937638" y="871610"/>
                </a:lnTo>
                <a:lnTo>
                  <a:pt x="1934310" y="827761"/>
                </a:lnTo>
                <a:lnTo>
                  <a:pt x="1928765" y="784074"/>
                </a:lnTo>
                <a:lnTo>
                  <a:pt x="1921002" y="740631"/>
                </a:lnTo>
                <a:lnTo>
                  <a:pt x="1911020" y="697514"/>
                </a:lnTo>
                <a:lnTo>
                  <a:pt x="1898820" y="654804"/>
                </a:lnTo>
                <a:lnTo>
                  <a:pt x="1884402" y="612582"/>
                </a:lnTo>
                <a:lnTo>
                  <a:pt x="1867766" y="570929"/>
                </a:lnTo>
                <a:lnTo>
                  <a:pt x="1848912" y="529928"/>
                </a:lnTo>
                <a:lnTo>
                  <a:pt x="1827839" y="489659"/>
                </a:lnTo>
                <a:lnTo>
                  <a:pt x="1804549" y="450203"/>
                </a:lnTo>
                <a:lnTo>
                  <a:pt x="1779040" y="411643"/>
                </a:lnTo>
                <a:lnTo>
                  <a:pt x="1751313" y="374059"/>
                </a:lnTo>
                <a:lnTo>
                  <a:pt x="1721368" y="337534"/>
                </a:lnTo>
                <a:lnTo>
                  <a:pt x="1689205" y="302147"/>
                </a:lnTo>
                <a:lnTo>
                  <a:pt x="1654823" y="267981"/>
                </a:lnTo>
                <a:lnTo>
                  <a:pt x="1619774" y="236454"/>
                </a:lnTo>
                <a:lnTo>
                  <a:pt x="1583507" y="206897"/>
                </a:lnTo>
                <a:lnTo>
                  <a:pt x="1546101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5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8" y="55172"/>
                </a:lnTo>
                <a:lnTo>
                  <a:pt x="1258969" y="41379"/>
                </a:lnTo>
                <a:lnTo>
                  <a:pt x="1215280" y="29556"/>
                </a:lnTo>
                <a:lnTo>
                  <a:pt x="1171158" y="19704"/>
                </a:lnTo>
                <a:lnTo>
                  <a:pt x="1126684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5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30960" y="4887790"/>
            <a:ext cx="135157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9" dirty="0">
                <a:solidFill>
                  <a:srgbClr val="FFFFFF"/>
                </a:solidFill>
                <a:latin typeface="Calibri"/>
                <a:cs typeface="Calibri"/>
              </a:rPr>
              <a:t>29EF426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31058" y="8360748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5" y="0"/>
                </a:moveTo>
                <a:lnTo>
                  <a:pt x="946822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3" y="11822"/>
                </a:lnTo>
                <a:lnTo>
                  <a:pt x="767588" y="19704"/>
                </a:lnTo>
                <a:lnTo>
                  <a:pt x="723467" y="29556"/>
                </a:lnTo>
                <a:lnTo>
                  <a:pt x="679777" y="41379"/>
                </a:lnTo>
                <a:lnTo>
                  <a:pt x="636599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9" y="1775910"/>
                </a:lnTo>
                <a:lnTo>
                  <a:pt x="679777" y="1789703"/>
                </a:lnTo>
                <a:lnTo>
                  <a:pt x="723467" y="1801526"/>
                </a:lnTo>
                <a:lnTo>
                  <a:pt x="767588" y="1811378"/>
                </a:lnTo>
                <a:lnTo>
                  <a:pt x="812063" y="1819260"/>
                </a:lnTo>
                <a:lnTo>
                  <a:pt x="856812" y="1825171"/>
                </a:lnTo>
                <a:lnTo>
                  <a:pt x="901758" y="1829112"/>
                </a:lnTo>
                <a:lnTo>
                  <a:pt x="946822" y="1831083"/>
                </a:lnTo>
                <a:lnTo>
                  <a:pt x="991925" y="1831083"/>
                </a:lnTo>
                <a:lnTo>
                  <a:pt x="1036988" y="1829112"/>
                </a:lnTo>
                <a:lnTo>
                  <a:pt x="1081934" y="1825171"/>
                </a:lnTo>
                <a:lnTo>
                  <a:pt x="1126684" y="1819260"/>
                </a:lnTo>
                <a:lnTo>
                  <a:pt x="1171158" y="1811378"/>
                </a:lnTo>
                <a:lnTo>
                  <a:pt x="1215280" y="1801526"/>
                </a:lnTo>
                <a:lnTo>
                  <a:pt x="1258969" y="1789703"/>
                </a:lnTo>
                <a:lnTo>
                  <a:pt x="1302148" y="1775910"/>
                </a:lnTo>
                <a:lnTo>
                  <a:pt x="1344737" y="1760146"/>
                </a:lnTo>
                <a:lnTo>
                  <a:pt x="1386659" y="1742412"/>
                </a:lnTo>
                <a:lnTo>
                  <a:pt x="1427835" y="1722708"/>
                </a:lnTo>
                <a:lnTo>
                  <a:pt x="1468186" y="1701033"/>
                </a:lnTo>
                <a:lnTo>
                  <a:pt x="1507634" y="1677387"/>
                </a:lnTo>
                <a:lnTo>
                  <a:pt x="1546101" y="1651771"/>
                </a:lnTo>
                <a:lnTo>
                  <a:pt x="1583507" y="1624185"/>
                </a:lnTo>
                <a:lnTo>
                  <a:pt x="1619774" y="1594628"/>
                </a:lnTo>
                <a:lnTo>
                  <a:pt x="1654823" y="1563101"/>
                </a:lnTo>
                <a:lnTo>
                  <a:pt x="1689205" y="1528935"/>
                </a:lnTo>
                <a:lnTo>
                  <a:pt x="1721368" y="1493548"/>
                </a:lnTo>
                <a:lnTo>
                  <a:pt x="1751313" y="1457023"/>
                </a:lnTo>
                <a:lnTo>
                  <a:pt x="1779040" y="1419439"/>
                </a:lnTo>
                <a:lnTo>
                  <a:pt x="1804549" y="1380879"/>
                </a:lnTo>
                <a:lnTo>
                  <a:pt x="1827839" y="1341423"/>
                </a:lnTo>
                <a:lnTo>
                  <a:pt x="1848912" y="1301154"/>
                </a:lnTo>
                <a:lnTo>
                  <a:pt x="1867766" y="1260153"/>
                </a:lnTo>
                <a:lnTo>
                  <a:pt x="1884402" y="1218501"/>
                </a:lnTo>
                <a:lnTo>
                  <a:pt x="1898820" y="1176278"/>
                </a:lnTo>
                <a:lnTo>
                  <a:pt x="1911020" y="1133568"/>
                </a:lnTo>
                <a:lnTo>
                  <a:pt x="1921002" y="1090451"/>
                </a:lnTo>
                <a:lnTo>
                  <a:pt x="1928765" y="1047008"/>
                </a:lnTo>
                <a:lnTo>
                  <a:pt x="1934310" y="1003321"/>
                </a:lnTo>
                <a:lnTo>
                  <a:pt x="1937638" y="959472"/>
                </a:lnTo>
                <a:lnTo>
                  <a:pt x="1938747" y="915541"/>
                </a:lnTo>
                <a:lnTo>
                  <a:pt x="1937638" y="871610"/>
                </a:lnTo>
                <a:lnTo>
                  <a:pt x="1934310" y="827761"/>
                </a:lnTo>
                <a:lnTo>
                  <a:pt x="1928765" y="784074"/>
                </a:lnTo>
                <a:lnTo>
                  <a:pt x="1921002" y="740631"/>
                </a:lnTo>
                <a:lnTo>
                  <a:pt x="1911020" y="697514"/>
                </a:lnTo>
                <a:lnTo>
                  <a:pt x="1898820" y="654804"/>
                </a:lnTo>
                <a:lnTo>
                  <a:pt x="1884402" y="612582"/>
                </a:lnTo>
                <a:lnTo>
                  <a:pt x="1867766" y="570929"/>
                </a:lnTo>
                <a:lnTo>
                  <a:pt x="1848912" y="529928"/>
                </a:lnTo>
                <a:lnTo>
                  <a:pt x="1827839" y="489659"/>
                </a:lnTo>
                <a:lnTo>
                  <a:pt x="1804549" y="450203"/>
                </a:lnTo>
                <a:lnTo>
                  <a:pt x="1779040" y="411643"/>
                </a:lnTo>
                <a:lnTo>
                  <a:pt x="1751313" y="374059"/>
                </a:lnTo>
                <a:lnTo>
                  <a:pt x="1721368" y="337534"/>
                </a:lnTo>
                <a:lnTo>
                  <a:pt x="1689205" y="302147"/>
                </a:lnTo>
                <a:lnTo>
                  <a:pt x="1654823" y="267981"/>
                </a:lnTo>
                <a:lnTo>
                  <a:pt x="1619774" y="236454"/>
                </a:lnTo>
                <a:lnTo>
                  <a:pt x="1583507" y="206897"/>
                </a:lnTo>
                <a:lnTo>
                  <a:pt x="1546101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5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8" y="55172"/>
                </a:lnTo>
                <a:lnTo>
                  <a:pt x="1258969" y="41379"/>
                </a:lnTo>
                <a:lnTo>
                  <a:pt x="1215280" y="29556"/>
                </a:lnTo>
                <a:lnTo>
                  <a:pt x="1171158" y="19704"/>
                </a:lnTo>
                <a:lnTo>
                  <a:pt x="1126684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5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02075" y="9001777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678380" y="6484999"/>
            <a:ext cx="259534" cy="1828287"/>
            <a:chOff x="9628551" y="5347122"/>
            <a:chExt cx="213995" cy="1507490"/>
          </a:xfrm>
        </p:grpSpPr>
        <p:sp>
          <p:nvSpPr>
            <p:cNvPr id="9" name="object 9"/>
            <p:cNvSpPr/>
            <p:nvPr/>
          </p:nvSpPr>
          <p:spPr>
            <a:xfrm>
              <a:off x="9735123" y="5373299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28551" y="6639525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4"/>
                  </a:lnTo>
                  <a:lnTo>
                    <a:pt x="213597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9029898" y="472316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313624" y="472316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0"/>
                </a:lnTo>
                <a:lnTo>
                  <a:pt x="670136" y="356010"/>
                </a:lnTo>
                <a:lnTo>
                  <a:pt x="67013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49991" y="5082643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51860" y="5082643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446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3"/>
            <a:ext cx="446264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70933"/>
            <a:ext cx="10215247" cy="347881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0" dirty="0">
                <a:solidFill>
                  <a:srgbClr val="838787"/>
                </a:solidFill>
                <a:latin typeface="Arial"/>
                <a:cs typeface="Arial"/>
              </a:rPr>
              <a:t>HEAD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30" dirty="0">
                <a:solidFill>
                  <a:srgbClr val="838787"/>
                </a:solidFill>
                <a:latin typeface="Arial"/>
                <a:cs typeface="Arial"/>
              </a:rPr>
              <a:t>Öppna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6" dirty="0">
                <a:solidFill>
                  <a:srgbClr val="838787"/>
                </a:solidFill>
                <a:latin typeface="Arial"/>
                <a:cs typeface="Arial"/>
              </a:rPr>
              <a:t>.git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1" dirty="0">
                <a:solidFill>
                  <a:srgbClr val="838787"/>
                </a:solidFill>
                <a:latin typeface="Arial"/>
                <a:cs typeface="Arial"/>
              </a:rPr>
              <a:t>och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kika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6" dirty="0">
                <a:solidFill>
                  <a:srgbClr val="838787"/>
                </a:solidFill>
                <a:latin typeface="Arial"/>
                <a:cs typeface="Arial"/>
              </a:rPr>
              <a:t>cat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.git/HEAD</a:t>
            </a:r>
            <a:endParaRPr sz="4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8049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3"/>
            <a:ext cx="4791841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2"/>
            <a:ext cx="14126294" cy="785772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08" dirty="0">
                <a:solidFill>
                  <a:srgbClr val="838787"/>
                </a:solidFill>
                <a:latin typeface="Arial"/>
                <a:cs typeface="Arial"/>
              </a:rPr>
              <a:t>*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=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branchen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följs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24" dirty="0">
                <a:solidFill>
                  <a:srgbClr val="838787"/>
                </a:solidFill>
                <a:latin typeface="Arial"/>
                <a:cs typeface="Arial"/>
              </a:rPr>
              <a:t>av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0" dirty="0">
                <a:solidFill>
                  <a:srgbClr val="838787"/>
                </a:solidFill>
                <a:latin typeface="Arial"/>
                <a:cs typeface="Arial"/>
              </a:rPr>
              <a:t>HEAD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07658" y="5300729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39">
                <a:moveTo>
                  <a:pt x="991925" y="0"/>
                </a:moveTo>
                <a:lnTo>
                  <a:pt x="946822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3" y="11822"/>
                </a:lnTo>
                <a:lnTo>
                  <a:pt x="767588" y="19704"/>
                </a:lnTo>
                <a:lnTo>
                  <a:pt x="723467" y="29556"/>
                </a:lnTo>
                <a:lnTo>
                  <a:pt x="679777" y="41379"/>
                </a:lnTo>
                <a:lnTo>
                  <a:pt x="636599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9" y="1775910"/>
                </a:lnTo>
                <a:lnTo>
                  <a:pt x="679777" y="1789703"/>
                </a:lnTo>
                <a:lnTo>
                  <a:pt x="723467" y="1801526"/>
                </a:lnTo>
                <a:lnTo>
                  <a:pt x="767588" y="1811378"/>
                </a:lnTo>
                <a:lnTo>
                  <a:pt x="812063" y="1819260"/>
                </a:lnTo>
                <a:lnTo>
                  <a:pt x="856812" y="1825171"/>
                </a:lnTo>
                <a:lnTo>
                  <a:pt x="901758" y="1829112"/>
                </a:lnTo>
                <a:lnTo>
                  <a:pt x="946822" y="1831083"/>
                </a:lnTo>
                <a:lnTo>
                  <a:pt x="991925" y="1831083"/>
                </a:lnTo>
                <a:lnTo>
                  <a:pt x="1036988" y="1829112"/>
                </a:lnTo>
                <a:lnTo>
                  <a:pt x="1081934" y="1825171"/>
                </a:lnTo>
                <a:lnTo>
                  <a:pt x="1126684" y="1819260"/>
                </a:lnTo>
                <a:lnTo>
                  <a:pt x="1171158" y="1811378"/>
                </a:lnTo>
                <a:lnTo>
                  <a:pt x="1215280" y="1801526"/>
                </a:lnTo>
                <a:lnTo>
                  <a:pt x="1258969" y="1789703"/>
                </a:lnTo>
                <a:lnTo>
                  <a:pt x="1302148" y="1775910"/>
                </a:lnTo>
                <a:lnTo>
                  <a:pt x="1344737" y="1760146"/>
                </a:lnTo>
                <a:lnTo>
                  <a:pt x="1386659" y="1742412"/>
                </a:lnTo>
                <a:lnTo>
                  <a:pt x="1427835" y="1722708"/>
                </a:lnTo>
                <a:lnTo>
                  <a:pt x="1468186" y="1701033"/>
                </a:lnTo>
                <a:lnTo>
                  <a:pt x="1507634" y="1677387"/>
                </a:lnTo>
                <a:lnTo>
                  <a:pt x="1546101" y="1651771"/>
                </a:lnTo>
                <a:lnTo>
                  <a:pt x="1583507" y="1624185"/>
                </a:lnTo>
                <a:lnTo>
                  <a:pt x="1619774" y="1594628"/>
                </a:lnTo>
                <a:lnTo>
                  <a:pt x="1654823" y="1563101"/>
                </a:lnTo>
                <a:lnTo>
                  <a:pt x="1689204" y="1528935"/>
                </a:lnTo>
                <a:lnTo>
                  <a:pt x="1721367" y="1493548"/>
                </a:lnTo>
                <a:lnTo>
                  <a:pt x="1751312" y="1457023"/>
                </a:lnTo>
                <a:lnTo>
                  <a:pt x="1779039" y="1419439"/>
                </a:lnTo>
                <a:lnTo>
                  <a:pt x="1804547" y="1380879"/>
                </a:lnTo>
                <a:lnTo>
                  <a:pt x="1827837" y="1341423"/>
                </a:lnTo>
                <a:lnTo>
                  <a:pt x="1848909" y="1301154"/>
                </a:lnTo>
                <a:lnTo>
                  <a:pt x="1867764" y="1260153"/>
                </a:lnTo>
                <a:lnTo>
                  <a:pt x="1884400" y="1218501"/>
                </a:lnTo>
                <a:lnTo>
                  <a:pt x="1898817" y="1176278"/>
                </a:lnTo>
                <a:lnTo>
                  <a:pt x="1911017" y="1133568"/>
                </a:lnTo>
                <a:lnTo>
                  <a:pt x="1920999" y="1090451"/>
                </a:lnTo>
                <a:lnTo>
                  <a:pt x="1928762" y="1047008"/>
                </a:lnTo>
                <a:lnTo>
                  <a:pt x="1934307" y="1003321"/>
                </a:lnTo>
                <a:lnTo>
                  <a:pt x="1937635" y="959472"/>
                </a:lnTo>
                <a:lnTo>
                  <a:pt x="1938744" y="915541"/>
                </a:lnTo>
                <a:lnTo>
                  <a:pt x="1937635" y="871610"/>
                </a:lnTo>
                <a:lnTo>
                  <a:pt x="1934307" y="827761"/>
                </a:lnTo>
                <a:lnTo>
                  <a:pt x="1928762" y="784074"/>
                </a:lnTo>
                <a:lnTo>
                  <a:pt x="1920999" y="740631"/>
                </a:lnTo>
                <a:lnTo>
                  <a:pt x="1911017" y="697514"/>
                </a:lnTo>
                <a:lnTo>
                  <a:pt x="1898817" y="654804"/>
                </a:lnTo>
                <a:lnTo>
                  <a:pt x="1884400" y="612582"/>
                </a:lnTo>
                <a:lnTo>
                  <a:pt x="1867764" y="570929"/>
                </a:lnTo>
                <a:lnTo>
                  <a:pt x="1848909" y="529928"/>
                </a:lnTo>
                <a:lnTo>
                  <a:pt x="1827837" y="489659"/>
                </a:lnTo>
                <a:lnTo>
                  <a:pt x="1804547" y="450203"/>
                </a:lnTo>
                <a:lnTo>
                  <a:pt x="1779039" y="411643"/>
                </a:lnTo>
                <a:lnTo>
                  <a:pt x="1751312" y="374059"/>
                </a:lnTo>
                <a:lnTo>
                  <a:pt x="1721367" y="337534"/>
                </a:lnTo>
                <a:lnTo>
                  <a:pt x="1689204" y="302147"/>
                </a:lnTo>
                <a:lnTo>
                  <a:pt x="1654823" y="267981"/>
                </a:lnTo>
                <a:lnTo>
                  <a:pt x="1619774" y="236454"/>
                </a:lnTo>
                <a:lnTo>
                  <a:pt x="1583507" y="206897"/>
                </a:lnTo>
                <a:lnTo>
                  <a:pt x="1546101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5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8" y="55172"/>
                </a:lnTo>
                <a:lnTo>
                  <a:pt x="1258969" y="41379"/>
                </a:lnTo>
                <a:lnTo>
                  <a:pt x="1215280" y="29556"/>
                </a:lnTo>
                <a:lnTo>
                  <a:pt x="1171158" y="19704"/>
                </a:lnTo>
                <a:lnTo>
                  <a:pt x="1126684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5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07562" y="5940767"/>
            <a:ext cx="135157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9" dirty="0">
                <a:solidFill>
                  <a:srgbClr val="FFFFFF"/>
                </a:solidFill>
                <a:latin typeface="Calibri"/>
                <a:cs typeface="Calibri"/>
              </a:rPr>
              <a:t>29EF426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07658" y="9413726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5" y="0"/>
                </a:moveTo>
                <a:lnTo>
                  <a:pt x="946822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3" y="11822"/>
                </a:lnTo>
                <a:lnTo>
                  <a:pt x="767588" y="19704"/>
                </a:lnTo>
                <a:lnTo>
                  <a:pt x="723467" y="29556"/>
                </a:lnTo>
                <a:lnTo>
                  <a:pt x="679777" y="41379"/>
                </a:lnTo>
                <a:lnTo>
                  <a:pt x="636599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60"/>
                </a:lnTo>
                <a:lnTo>
                  <a:pt x="159706" y="411643"/>
                </a:lnTo>
                <a:lnTo>
                  <a:pt x="134198" y="450204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30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2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1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2"/>
                </a:lnTo>
                <a:lnTo>
                  <a:pt x="9981" y="1047009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9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4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2"/>
                </a:lnTo>
                <a:lnTo>
                  <a:pt x="431112" y="1677388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3"/>
                </a:lnTo>
                <a:lnTo>
                  <a:pt x="594009" y="1760147"/>
                </a:lnTo>
                <a:lnTo>
                  <a:pt x="636599" y="1775910"/>
                </a:lnTo>
                <a:lnTo>
                  <a:pt x="679777" y="1789704"/>
                </a:lnTo>
                <a:lnTo>
                  <a:pt x="723467" y="1801526"/>
                </a:lnTo>
                <a:lnTo>
                  <a:pt x="767588" y="1811379"/>
                </a:lnTo>
                <a:lnTo>
                  <a:pt x="812063" y="1819261"/>
                </a:lnTo>
                <a:lnTo>
                  <a:pt x="856812" y="1825172"/>
                </a:lnTo>
                <a:lnTo>
                  <a:pt x="901758" y="1829113"/>
                </a:lnTo>
                <a:lnTo>
                  <a:pt x="946822" y="1831083"/>
                </a:lnTo>
                <a:lnTo>
                  <a:pt x="991925" y="1831083"/>
                </a:lnTo>
                <a:lnTo>
                  <a:pt x="1036988" y="1829113"/>
                </a:lnTo>
                <a:lnTo>
                  <a:pt x="1081934" y="1825172"/>
                </a:lnTo>
                <a:lnTo>
                  <a:pt x="1126684" y="1819261"/>
                </a:lnTo>
                <a:lnTo>
                  <a:pt x="1171158" y="1811379"/>
                </a:lnTo>
                <a:lnTo>
                  <a:pt x="1215280" y="1801526"/>
                </a:lnTo>
                <a:lnTo>
                  <a:pt x="1258969" y="1789704"/>
                </a:lnTo>
                <a:lnTo>
                  <a:pt x="1302148" y="1775910"/>
                </a:lnTo>
                <a:lnTo>
                  <a:pt x="1344737" y="1760147"/>
                </a:lnTo>
                <a:lnTo>
                  <a:pt x="1386659" y="1742413"/>
                </a:lnTo>
                <a:lnTo>
                  <a:pt x="1427835" y="1722708"/>
                </a:lnTo>
                <a:lnTo>
                  <a:pt x="1468186" y="1701033"/>
                </a:lnTo>
                <a:lnTo>
                  <a:pt x="1507634" y="1677388"/>
                </a:lnTo>
                <a:lnTo>
                  <a:pt x="1546101" y="1651772"/>
                </a:lnTo>
                <a:lnTo>
                  <a:pt x="1583507" y="1624185"/>
                </a:lnTo>
                <a:lnTo>
                  <a:pt x="1619774" y="1594628"/>
                </a:lnTo>
                <a:lnTo>
                  <a:pt x="1654823" y="1563101"/>
                </a:lnTo>
                <a:lnTo>
                  <a:pt x="1689204" y="1528935"/>
                </a:lnTo>
                <a:lnTo>
                  <a:pt x="1721367" y="1493548"/>
                </a:lnTo>
                <a:lnTo>
                  <a:pt x="1751312" y="1457023"/>
                </a:lnTo>
                <a:lnTo>
                  <a:pt x="1779039" y="1419439"/>
                </a:lnTo>
                <a:lnTo>
                  <a:pt x="1804547" y="1380879"/>
                </a:lnTo>
                <a:lnTo>
                  <a:pt x="1827837" y="1341424"/>
                </a:lnTo>
                <a:lnTo>
                  <a:pt x="1848909" y="1301154"/>
                </a:lnTo>
                <a:lnTo>
                  <a:pt x="1867764" y="1260153"/>
                </a:lnTo>
                <a:lnTo>
                  <a:pt x="1884400" y="1218501"/>
                </a:lnTo>
                <a:lnTo>
                  <a:pt x="1898817" y="1176279"/>
                </a:lnTo>
                <a:lnTo>
                  <a:pt x="1911017" y="1133568"/>
                </a:lnTo>
                <a:lnTo>
                  <a:pt x="1920999" y="1090451"/>
                </a:lnTo>
                <a:lnTo>
                  <a:pt x="1928762" y="1047009"/>
                </a:lnTo>
                <a:lnTo>
                  <a:pt x="1934307" y="1003322"/>
                </a:lnTo>
                <a:lnTo>
                  <a:pt x="1937635" y="959472"/>
                </a:lnTo>
                <a:lnTo>
                  <a:pt x="1938744" y="915541"/>
                </a:lnTo>
                <a:lnTo>
                  <a:pt x="1937635" y="871611"/>
                </a:lnTo>
                <a:lnTo>
                  <a:pt x="1934307" y="827761"/>
                </a:lnTo>
                <a:lnTo>
                  <a:pt x="1928762" y="784074"/>
                </a:lnTo>
                <a:lnTo>
                  <a:pt x="1920999" y="740632"/>
                </a:lnTo>
                <a:lnTo>
                  <a:pt x="1911017" y="697514"/>
                </a:lnTo>
                <a:lnTo>
                  <a:pt x="1898817" y="654804"/>
                </a:lnTo>
                <a:lnTo>
                  <a:pt x="1884400" y="612582"/>
                </a:lnTo>
                <a:lnTo>
                  <a:pt x="1867764" y="570930"/>
                </a:lnTo>
                <a:lnTo>
                  <a:pt x="1848909" y="529928"/>
                </a:lnTo>
                <a:lnTo>
                  <a:pt x="1827837" y="489659"/>
                </a:lnTo>
                <a:lnTo>
                  <a:pt x="1804547" y="450204"/>
                </a:lnTo>
                <a:lnTo>
                  <a:pt x="1779039" y="411643"/>
                </a:lnTo>
                <a:lnTo>
                  <a:pt x="1751312" y="374060"/>
                </a:lnTo>
                <a:lnTo>
                  <a:pt x="1721367" y="337534"/>
                </a:lnTo>
                <a:lnTo>
                  <a:pt x="1689204" y="302147"/>
                </a:lnTo>
                <a:lnTo>
                  <a:pt x="1654823" y="267981"/>
                </a:lnTo>
                <a:lnTo>
                  <a:pt x="1619774" y="236454"/>
                </a:lnTo>
                <a:lnTo>
                  <a:pt x="1583507" y="206897"/>
                </a:lnTo>
                <a:lnTo>
                  <a:pt x="1546101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5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8" y="55172"/>
                </a:lnTo>
                <a:lnTo>
                  <a:pt x="1258969" y="41379"/>
                </a:lnTo>
                <a:lnTo>
                  <a:pt x="1215280" y="29556"/>
                </a:lnTo>
                <a:lnTo>
                  <a:pt x="1171158" y="19704"/>
                </a:lnTo>
                <a:lnTo>
                  <a:pt x="1126684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5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178678" y="10054756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654979" y="7537977"/>
            <a:ext cx="259534" cy="1828287"/>
            <a:chOff x="9609256" y="6215341"/>
            <a:chExt cx="213995" cy="1507490"/>
          </a:xfrm>
        </p:grpSpPr>
        <p:sp>
          <p:nvSpPr>
            <p:cNvPr id="9" name="object 9"/>
            <p:cNvSpPr/>
            <p:nvPr/>
          </p:nvSpPr>
          <p:spPr>
            <a:xfrm>
              <a:off x="9715829" y="6241518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09256" y="7507744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5" y="214525"/>
                  </a:lnTo>
                  <a:lnTo>
                    <a:pt x="213598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9006499" y="5776145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290219" y="5776145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0"/>
                </a:lnTo>
                <a:lnTo>
                  <a:pt x="670136" y="356010"/>
                </a:lnTo>
                <a:lnTo>
                  <a:pt x="67013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26591" y="6135621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928455" y="6135621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90036" y="5776144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110717" y="6135621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721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201966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70932"/>
            <a:ext cx="19261362" cy="3863538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commit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8" dirty="0">
                <a:solidFill>
                  <a:srgbClr val="838787"/>
                </a:solidFill>
                <a:latin typeface="Arial"/>
                <a:cs typeface="Arial"/>
              </a:rPr>
              <a:t>på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endParaRPr lang="en-US"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0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15" dirty="0">
                <a:solidFill>
                  <a:srgbClr val="838787"/>
                </a:solidFill>
                <a:latin typeface="Arial"/>
                <a:cs typeface="Arial"/>
              </a:rPr>
              <a:t>Lägg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till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0" dirty="0">
                <a:solidFill>
                  <a:srgbClr val="838787"/>
                </a:solidFill>
                <a:latin typeface="Arial"/>
                <a:cs typeface="Arial"/>
              </a:rPr>
              <a:t>ett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2" dirty="0">
                <a:solidFill>
                  <a:srgbClr val="838787"/>
                </a:solidFill>
                <a:latin typeface="Arial"/>
                <a:cs typeface="Arial"/>
              </a:rPr>
              <a:t>för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Guacamole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6" dirty="0">
                <a:solidFill>
                  <a:srgbClr val="838787"/>
                </a:solidFill>
                <a:latin typeface="Arial"/>
                <a:cs typeface="Arial"/>
              </a:rPr>
              <a:t>i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mappen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30" dirty="0">
                <a:solidFill>
                  <a:srgbClr val="838787"/>
                </a:solidFill>
                <a:latin typeface="Arial"/>
                <a:cs typeface="Arial"/>
              </a:rPr>
              <a:t>add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commit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27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4800" spc="-164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hände?</a:t>
            </a:r>
            <a:endParaRPr sz="4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363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495783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11286244" y="6821697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4" y="0"/>
                </a:moveTo>
                <a:lnTo>
                  <a:pt x="946821" y="0"/>
                </a:lnTo>
                <a:lnTo>
                  <a:pt x="901757" y="1970"/>
                </a:lnTo>
                <a:lnTo>
                  <a:pt x="856811" y="5911"/>
                </a:lnTo>
                <a:lnTo>
                  <a:pt x="812062" y="11822"/>
                </a:lnTo>
                <a:lnTo>
                  <a:pt x="767587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5"/>
                </a:lnTo>
                <a:lnTo>
                  <a:pt x="470560" y="130050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8"/>
                </a:lnTo>
                <a:lnTo>
                  <a:pt x="318973" y="236455"/>
                </a:lnTo>
                <a:lnTo>
                  <a:pt x="283923" y="267982"/>
                </a:lnTo>
                <a:lnTo>
                  <a:pt x="249541" y="302148"/>
                </a:lnTo>
                <a:lnTo>
                  <a:pt x="217378" y="337534"/>
                </a:lnTo>
                <a:lnTo>
                  <a:pt x="187433" y="374060"/>
                </a:lnTo>
                <a:lnTo>
                  <a:pt x="159706" y="411644"/>
                </a:lnTo>
                <a:lnTo>
                  <a:pt x="134198" y="450204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30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5"/>
                </a:lnTo>
                <a:lnTo>
                  <a:pt x="17745" y="740632"/>
                </a:lnTo>
                <a:lnTo>
                  <a:pt x="9981" y="784075"/>
                </a:lnTo>
                <a:lnTo>
                  <a:pt x="4436" y="827761"/>
                </a:lnTo>
                <a:lnTo>
                  <a:pt x="1109" y="871611"/>
                </a:lnTo>
                <a:lnTo>
                  <a:pt x="0" y="915542"/>
                </a:lnTo>
                <a:lnTo>
                  <a:pt x="1109" y="959473"/>
                </a:lnTo>
                <a:lnTo>
                  <a:pt x="4436" y="1003322"/>
                </a:lnTo>
                <a:lnTo>
                  <a:pt x="9981" y="1047009"/>
                </a:lnTo>
                <a:lnTo>
                  <a:pt x="17745" y="1090452"/>
                </a:lnTo>
                <a:lnTo>
                  <a:pt x="27726" y="1133569"/>
                </a:lnTo>
                <a:lnTo>
                  <a:pt x="39926" y="1176279"/>
                </a:lnTo>
                <a:lnTo>
                  <a:pt x="54344" y="1218501"/>
                </a:lnTo>
                <a:lnTo>
                  <a:pt x="70980" y="1260154"/>
                </a:lnTo>
                <a:lnTo>
                  <a:pt x="89835" y="1301155"/>
                </a:lnTo>
                <a:lnTo>
                  <a:pt x="110907" y="1341424"/>
                </a:lnTo>
                <a:lnTo>
                  <a:pt x="134198" y="1380880"/>
                </a:lnTo>
                <a:lnTo>
                  <a:pt x="159706" y="1419440"/>
                </a:lnTo>
                <a:lnTo>
                  <a:pt x="187433" y="1457023"/>
                </a:lnTo>
                <a:lnTo>
                  <a:pt x="217378" y="1493549"/>
                </a:lnTo>
                <a:lnTo>
                  <a:pt x="249541" y="1528936"/>
                </a:lnTo>
                <a:lnTo>
                  <a:pt x="283923" y="1563102"/>
                </a:lnTo>
                <a:lnTo>
                  <a:pt x="318973" y="1594629"/>
                </a:lnTo>
                <a:lnTo>
                  <a:pt x="355240" y="1624186"/>
                </a:lnTo>
                <a:lnTo>
                  <a:pt x="392646" y="1651772"/>
                </a:lnTo>
                <a:lnTo>
                  <a:pt x="431112" y="1677388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3"/>
                </a:lnTo>
                <a:lnTo>
                  <a:pt x="594009" y="1760147"/>
                </a:lnTo>
                <a:lnTo>
                  <a:pt x="636598" y="1775911"/>
                </a:lnTo>
                <a:lnTo>
                  <a:pt x="679777" y="1789704"/>
                </a:lnTo>
                <a:lnTo>
                  <a:pt x="723466" y="1801527"/>
                </a:lnTo>
                <a:lnTo>
                  <a:pt x="767587" y="1811379"/>
                </a:lnTo>
                <a:lnTo>
                  <a:pt x="812062" y="1819261"/>
                </a:lnTo>
                <a:lnTo>
                  <a:pt x="856811" y="1825172"/>
                </a:lnTo>
                <a:lnTo>
                  <a:pt x="901757" y="1829113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7" y="1829113"/>
                </a:lnTo>
                <a:lnTo>
                  <a:pt x="1081933" y="1825172"/>
                </a:lnTo>
                <a:lnTo>
                  <a:pt x="1126683" y="1819261"/>
                </a:lnTo>
                <a:lnTo>
                  <a:pt x="1171157" y="1811379"/>
                </a:lnTo>
                <a:lnTo>
                  <a:pt x="1215278" y="1801527"/>
                </a:lnTo>
                <a:lnTo>
                  <a:pt x="1258968" y="1789704"/>
                </a:lnTo>
                <a:lnTo>
                  <a:pt x="1302146" y="1775911"/>
                </a:lnTo>
                <a:lnTo>
                  <a:pt x="1344736" y="1760147"/>
                </a:lnTo>
                <a:lnTo>
                  <a:pt x="1386658" y="1742413"/>
                </a:lnTo>
                <a:lnTo>
                  <a:pt x="1427834" y="1722708"/>
                </a:lnTo>
                <a:lnTo>
                  <a:pt x="1468185" y="1701033"/>
                </a:lnTo>
                <a:lnTo>
                  <a:pt x="1507633" y="1677388"/>
                </a:lnTo>
                <a:lnTo>
                  <a:pt x="1546099" y="1651772"/>
                </a:lnTo>
                <a:lnTo>
                  <a:pt x="1583505" y="1624186"/>
                </a:lnTo>
                <a:lnTo>
                  <a:pt x="1619773" y="1594629"/>
                </a:lnTo>
                <a:lnTo>
                  <a:pt x="1654822" y="1563102"/>
                </a:lnTo>
                <a:lnTo>
                  <a:pt x="1689204" y="1528936"/>
                </a:lnTo>
                <a:lnTo>
                  <a:pt x="1721367" y="1493549"/>
                </a:lnTo>
                <a:lnTo>
                  <a:pt x="1751312" y="1457023"/>
                </a:lnTo>
                <a:lnTo>
                  <a:pt x="1779039" y="1419440"/>
                </a:lnTo>
                <a:lnTo>
                  <a:pt x="1804548" y="1380880"/>
                </a:lnTo>
                <a:lnTo>
                  <a:pt x="1827838" y="1341424"/>
                </a:lnTo>
                <a:lnTo>
                  <a:pt x="1848911" y="1301155"/>
                </a:lnTo>
                <a:lnTo>
                  <a:pt x="1867765" y="1260154"/>
                </a:lnTo>
                <a:lnTo>
                  <a:pt x="1884401" y="1218501"/>
                </a:lnTo>
                <a:lnTo>
                  <a:pt x="1898819" y="1176279"/>
                </a:lnTo>
                <a:lnTo>
                  <a:pt x="1911019" y="1133569"/>
                </a:lnTo>
                <a:lnTo>
                  <a:pt x="1921000" y="1090452"/>
                </a:lnTo>
                <a:lnTo>
                  <a:pt x="1928764" y="1047009"/>
                </a:lnTo>
                <a:lnTo>
                  <a:pt x="1934309" y="1003322"/>
                </a:lnTo>
                <a:lnTo>
                  <a:pt x="1937637" y="959473"/>
                </a:lnTo>
                <a:lnTo>
                  <a:pt x="1938746" y="915542"/>
                </a:lnTo>
                <a:lnTo>
                  <a:pt x="1937637" y="871611"/>
                </a:lnTo>
                <a:lnTo>
                  <a:pt x="1934309" y="827761"/>
                </a:lnTo>
                <a:lnTo>
                  <a:pt x="1928764" y="784075"/>
                </a:lnTo>
                <a:lnTo>
                  <a:pt x="1921000" y="740632"/>
                </a:lnTo>
                <a:lnTo>
                  <a:pt x="1911019" y="697515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30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4"/>
                </a:lnTo>
                <a:lnTo>
                  <a:pt x="1779039" y="411644"/>
                </a:lnTo>
                <a:lnTo>
                  <a:pt x="1751312" y="374060"/>
                </a:lnTo>
                <a:lnTo>
                  <a:pt x="1721367" y="337534"/>
                </a:lnTo>
                <a:lnTo>
                  <a:pt x="1689204" y="302148"/>
                </a:lnTo>
                <a:lnTo>
                  <a:pt x="1654822" y="267982"/>
                </a:lnTo>
                <a:lnTo>
                  <a:pt x="1619773" y="236455"/>
                </a:lnTo>
                <a:lnTo>
                  <a:pt x="1583505" y="206898"/>
                </a:lnTo>
                <a:lnTo>
                  <a:pt x="1546099" y="179311"/>
                </a:lnTo>
                <a:lnTo>
                  <a:pt x="1507633" y="153695"/>
                </a:lnTo>
                <a:lnTo>
                  <a:pt x="1468185" y="130050"/>
                </a:lnTo>
                <a:lnTo>
                  <a:pt x="1427834" y="108375"/>
                </a:lnTo>
                <a:lnTo>
                  <a:pt x="1386658" y="88670"/>
                </a:lnTo>
                <a:lnTo>
                  <a:pt x="1344736" y="70936"/>
                </a:lnTo>
                <a:lnTo>
                  <a:pt x="1302146" y="55172"/>
                </a:lnTo>
                <a:lnTo>
                  <a:pt x="1258968" y="41379"/>
                </a:lnTo>
                <a:lnTo>
                  <a:pt x="1215278" y="29556"/>
                </a:lnTo>
                <a:lnTo>
                  <a:pt x="1171157" y="19704"/>
                </a:lnTo>
                <a:lnTo>
                  <a:pt x="1126683" y="11822"/>
                </a:lnTo>
                <a:lnTo>
                  <a:pt x="1081933" y="5911"/>
                </a:lnTo>
                <a:lnTo>
                  <a:pt x="1036987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86147" y="7461735"/>
            <a:ext cx="135157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9" dirty="0">
                <a:solidFill>
                  <a:srgbClr val="FFFFFF"/>
                </a:solidFill>
                <a:latin typeface="Calibri"/>
                <a:cs typeface="Calibri"/>
              </a:rPr>
              <a:t>29EF426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86244" y="10934694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4" y="0"/>
                </a:moveTo>
                <a:lnTo>
                  <a:pt x="946821" y="0"/>
                </a:lnTo>
                <a:lnTo>
                  <a:pt x="901757" y="1970"/>
                </a:lnTo>
                <a:lnTo>
                  <a:pt x="856811" y="5911"/>
                </a:lnTo>
                <a:lnTo>
                  <a:pt x="812062" y="11822"/>
                </a:lnTo>
                <a:lnTo>
                  <a:pt x="767587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8" y="1775910"/>
                </a:lnTo>
                <a:lnTo>
                  <a:pt x="679777" y="1789703"/>
                </a:lnTo>
                <a:lnTo>
                  <a:pt x="723466" y="1801526"/>
                </a:lnTo>
                <a:lnTo>
                  <a:pt x="767587" y="1811378"/>
                </a:lnTo>
                <a:lnTo>
                  <a:pt x="812062" y="1819260"/>
                </a:lnTo>
                <a:lnTo>
                  <a:pt x="856811" y="1825171"/>
                </a:lnTo>
                <a:lnTo>
                  <a:pt x="901757" y="1829112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7" y="1829112"/>
                </a:lnTo>
                <a:lnTo>
                  <a:pt x="1081933" y="1825171"/>
                </a:lnTo>
                <a:lnTo>
                  <a:pt x="1126683" y="1819260"/>
                </a:lnTo>
                <a:lnTo>
                  <a:pt x="1171157" y="1811378"/>
                </a:lnTo>
                <a:lnTo>
                  <a:pt x="1215278" y="1801526"/>
                </a:lnTo>
                <a:lnTo>
                  <a:pt x="1258968" y="1789703"/>
                </a:lnTo>
                <a:lnTo>
                  <a:pt x="1302146" y="1775910"/>
                </a:lnTo>
                <a:lnTo>
                  <a:pt x="1344736" y="1760146"/>
                </a:lnTo>
                <a:lnTo>
                  <a:pt x="1386658" y="1742412"/>
                </a:lnTo>
                <a:lnTo>
                  <a:pt x="1427834" y="1722708"/>
                </a:lnTo>
                <a:lnTo>
                  <a:pt x="1468185" y="1701033"/>
                </a:lnTo>
                <a:lnTo>
                  <a:pt x="1507633" y="1677387"/>
                </a:lnTo>
                <a:lnTo>
                  <a:pt x="1546099" y="1651771"/>
                </a:lnTo>
                <a:lnTo>
                  <a:pt x="1583505" y="1624185"/>
                </a:lnTo>
                <a:lnTo>
                  <a:pt x="1619773" y="1594628"/>
                </a:lnTo>
                <a:lnTo>
                  <a:pt x="1654822" y="1563101"/>
                </a:lnTo>
                <a:lnTo>
                  <a:pt x="1689204" y="1528935"/>
                </a:lnTo>
                <a:lnTo>
                  <a:pt x="1721367" y="1493548"/>
                </a:lnTo>
                <a:lnTo>
                  <a:pt x="1751312" y="1457023"/>
                </a:lnTo>
                <a:lnTo>
                  <a:pt x="1779039" y="1419439"/>
                </a:lnTo>
                <a:lnTo>
                  <a:pt x="1804548" y="1380879"/>
                </a:lnTo>
                <a:lnTo>
                  <a:pt x="1827838" y="1341423"/>
                </a:lnTo>
                <a:lnTo>
                  <a:pt x="1848911" y="1301154"/>
                </a:lnTo>
                <a:lnTo>
                  <a:pt x="1867765" y="1260153"/>
                </a:lnTo>
                <a:lnTo>
                  <a:pt x="1884401" y="1218501"/>
                </a:lnTo>
                <a:lnTo>
                  <a:pt x="1898819" y="1176278"/>
                </a:lnTo>
                <a:lnTo>
                  <a:pt x="1911019" y="1133568"/>
                </a:lnTo>
                <a:lnTo>
                  <a:pt x="1921000" y="1090451"/>
                </a:lnTo>
                <a:lnTo>
                  <a:pt x="1928764" y="1047008"/>
                </a:lnTo>
                <a:lnTo>
                  <a:pt x="1934309" y="1003321"/>
                </a:lnTo>
                <a:lnTo>
                  <a:pt x="1937637" y="959472"/>
                </a:lnTo>
                <a:lnTo>
                  <a:pt x="1938746" y="915541"/>
                </a:lnTo>
                <a:lnTo>
                  <a:pt x="1937637" y="871610"/>
                </a:lnTo>
                <a:lnTo>
                  <a:pt x="1934309" y="827761"/>
                </a:lnTo>
                <a:lnTo>
                  <a:pt x="1928764" y="784074"/>
                </a:lnTo>
                <a:lnTo>
                  <a:pt x="1921000" y="740631"/>
                </a:lnTo>
                <a:lnTo>
                  <a:pt x="1911019" y="697514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29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3"/>
                </a:lnTo>
                <a:lnTo>
                  <a:pt x="1779039" y="411643"/>
                </a:lnTo>
                <a:lnTo>
                  <a:pt x="1751312" y="374059"/>
                </a:lnTo>
                <a:lnTo>
                  <a:pt x="1721367" y="337534"/>
                </a:lnTo>
                <a:lnTo>
                  <a:pt x="1689204" y="302147"/>
                </a:lnTo>
                <a:lnTo>
                  <a:pt x="1654822" y="267981"/>
                </a:lnTo>
                <a:lnTo>
                  <a:pt x="1619773" y="236454"/>
                </a:lnTo>
                <a:lnTo>
                  <a:pt x="1583505" y="206897"/>
                </a:lnTo>
                <a:lnTo>
                  <a:pt x="1546099" y="179311"/>
                </a:lnTo>
                <a:lnTo>
                  <a:pt x="1507633" y="153695"/>
                </a:lnTo>
                <a:lnTo>
                  <a:pt x="1468185" y="130049"/>
                </a:lnTo>
                <a:lnTo>
                  <a:pt x="1427834" y="108374"/>
                </a:lnTo>
                <a:lnTo>
                  <a:pt x="1386658" y="88670"/>
                </a:lnTo>
                <a:lnTo>
                  <a:pt x="1344736" y="70936"/>
                </a:lnTo>
                <a:lnTo>
                  <a:pt x="1302146" y="55172"/>
                </a:lnTo>
                <a:lnTo>
                  <a:pt x="1258968" y="41379"/>
                </a:lnTo>
                <a:lnTo>
                  <a:pt x="1215278" y="29556"/>
                </a:lnTo>
                <a:lnTo>
                  <a:pt x="1171157" y="19704"/>
                </a:lnTo>
                <a:lnTo>
                  <a:pt x="1126683" y="11822"/>
                </a:lnTo>
                <a:lnTo>
                  <a:pt x="1081933" y="5911"/>
                </a:lnTo>
                <a:lnTo>
                  <a:pt x="1036987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857261" y="11575724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85083" y="318411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968809" y="7297112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1"/>
                </a:lnTo>
                <a:lnTo>
                  <a:pt x="670136" y="356011"/>
                </a:lnTo>
                <a:lnTo>
                  <a:pt x="67013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286244" y="2708700"/>
            <a:ext cx="2351973" cy="8178001"/>
            <a:chOff x="9305220" y="2233423"/>
            <a:chExt cx="1939289" cy="6743065"/>
          </a:xfrm>
        </p:grpSpPr>
        <p:sp>
          <p:nvSpPr>
            <p:cNvPr id="10" name="object 10"/>
            <p:cNvSpPr/>
            <p:nvPr/>
          </p:nvSpPr>
          <p:spPr>
            <a:xfrm>
              <a:off x="10275348" y="7495612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5214" y="2233427"/>
              <a:ext cx="1939289" cy="6743065"/>
            </a:xfrm>
            <a:custGeom>
              <a:avLst/>
              <a:gdLst/>
              <a:ahLst/>
              <a:cxnLst/>
              <a:rect l="l" t="t" r="r" b="b"/>
              <a:pathLst>
                <a:path w="1939290" h="6743065">
                  <a:moveTo>
                    <a:pt x="1077150" y="6530276"/>
                  </a:moveTo>
                  <a:lnTo>
                    <a:pt x="863561" y="6528422"/>
                  </a:lnTo>
                  <a:lnTo>
                    <a:pt x="968502" y="6742938"/>
                  </a:lnTo>
                  <a:lnTo>
                    <a:pt x="1077150" y="6530276"/>
                  </a:lnTo>
                  <a:close/>
                </a:path>
                <a:path w="1939290" h="6743065">
                  <a:moveTo>
                    <a:pt x="1938743" y="915543"/>
                  </a:moveTo>
                  <a:lnTo>
                    <a:pt x="1937639" y="871613"/>
                  </a:lnTo>
                  <a:lnTo>
                    <a:pt x="1934311" y="827760"/>
                  </a:lnTo>
                  <a:lnTo>
                    <a:pt x="1928761" y="784072"/>
                  </a:lnTo>
                  <a:lnTo>
                    <a:pt x="1921002" y="740638"/>
                  </a:lnTo>
                  <a:lnTo>
                    <a:pt x="1911019" y="697522"/>
                  </a:lnTo>
                  <a:lnTo>
                    <a:pt x="1898815" y="654812"/>
                  </a:lnTo>
                  <a:lnTo>
                    <a:pt x="1884400" y="612584"/>
                  </a:lnTo>
                  <a:lnTo>
                    <a:pt x="1867763" y="570928"/>
                  </a:lnTo>
                  <a:lnTo>
                    <a:pt x="1848916" y="529932"/>
                  </a:lnTo>
                  <a:lnTo>
                    <a:pt x="1827834" y="489661"/>
                  </a:lnTo>
                  <a:lnTo>
                    <a:pt x="1804543" y="450202"/>
                  </a:lnTo>
                  <a:lnTo>
                    <a:pt x="1779041" y="411645"/>
                  </a:lnTo>
                  <a:lnTo>
                    <a:pt x="1751317" y="374065"/>
                  </a:lnTo>
                  <a:lnTo>
                    <a:pt x="1721370" y="337540"/>
                  </a:lnTo>
                  <a:lnTo>
                    <a:pt x="1689201" y="302145"/>
                  </a:lnTo>
                  <a:lnTo>
                    <a:pt x="1654822" y="267982"/>
                  </a:lnTo>
                  <a:lnTo>
                    <a:pt x="1619770" y="236461"/>
                  </a:lnTo>
                  <a:lnTo>
                    <a:pt x="1583512" y="206895"/>
                  </a:lnTo>
                  <a:lnTo>
                    <a:pt x="1546098" y="179311"/>
                  </a:lnTo>
                  <a:lnTo>
                    <a:pt x="1507629" y="153695"/>
                  </a:lnTo>
                  <a:lnTo>
                    <a:pt x="1468183" y="130048"/>
                  </a:lnTo>
                  <a:lnTo>
                    <a:pt x="1427835" y="108381"/>
                  </a:lnTo>
                  <a:lnTo>
                    <a:pt x="1386662" y="88671"/>
                  </a:lnTo>
                  <a:lnTo>
                    <a:pt x="1344739" y="70942"/>
                  </a:lnTo>
                  <a:lnTo>
                    <a:pt x="1302143" y="55168"/>
                  </a:lnTo>
                  <a:lnTo>
                    <a:pt x="1258963" y="41376"/>
                  </a:lnTo>
                  <a:lnTo>
                    <a:pt x="1215275" y="29552"/>
                  </a:lnTo>
                  <a:lnTo>
                    <a:pt x="1171155" y="19710"/>
                  </a:lnTo>
                  <a:lnTo>
                    <a:pt x="1126680" y="11823"/>
                  </a:lnTo>
                  <a:lnTo>
                    <a:pt x="1081938" y="5918"/>
                  </a:lnTo>
                  <a:lnTo>
                    <a:pt x="1036993" y="1968"/>
                  </a:lnTo>
                  <a:lnTo>
                    <a:pt x="991920" y="0"/>
                  </a:lnTo>
                  <a:lnTo>
                    <a:pt x="946823" y="0"/>
                  </a:lnTo>
                  <a:lnTo>
                    <a:pt x="901763" y="1968"/>
                  </a:lnTo>
                  <a:lnTo>
                    <a:pt x="856818" y="5918"/>
                  </a:lnTo>
                  <a:lnTo>
                    <a:pt x="812063" y="11823"/>
                  </a:lnTo>
                  <a:lnTo>
                    <a:pt x="767588" y="19710"/>
                  </a:lnTo>
                  <a:lnTo>
                    <a:pt x="723468" y="29552"/>
                  </a:lnTo>
                  <a:lnTo>
                    <a:pt x="679780" y="41376"/>
                  </a:lnTo>
                  <a:lnTo>
                    <a:pt x="636600" y="55168"/>
                  </a:lnTo>
                  <a:lnTo>
                    <a:pt x="594004" y="70942"/>
                  </a:lnTo>
                  <a:lnTo>
                    <a:pt x="552081" y="88671"/>
                  </a:lnTo>
                  <a:lnTo>
                    <a:pt x="510908" y="108381"/>
                  </a:lnTo>
                  <a:lnTo>
                    <a:pt x="470560" y="130048"/>
                  </a:lnTo>
                  <a:lnTo>
                    <a:pt x="431114" y="153695"/>
                  </a:lnTo>
                  <a:lnTo>
                    <a:pt x="392645" y="179311"/>
                  </a:lnTo>
                  <a:lnTo>
                    <a:pt x="355244" y="206895"/>
                  </a:lnTo>
                  <a:lnTo>
                    <a:pt x="318973" y="236461"/>
                  </a:lnTo>
                  <a:lnTo>
                    <a:pt x="283921" y="267982"/>
                  </a:lnTo>
                  <a:lnTo>
                    <a:pt x="249542" y="302145"/>
                  </a:lnTo>
                  <a:lnTo>
                    <a:pt x="217373" y="337540"/>
                  </a:lnTo>
                  <a:lnTo>
                    <a:pt x="187439" y="374065"/>
                  </a:lnTo>
                  <a:lnTo>
                    <a:pt x="159702" y="411645"/>
                  </a:lnTo>
                  <a:lnTo>
                    <a:pt x="134200" y="450202"/>
                  </a:lnTo>
                  <a:lnTo>
                    <a:pt x="110909" y="489661"/>
                  </a:lnTo>
                  <a:lnTo>
                    <a:pt x="89839" y="529932"/>
                  </a:lnTo>
                  <a:lnTo>
                    <a:pt x="70980" y="570928"/>
                  </a:lnTo>
                  <a:lnTo>
                    <a:pt x="54343" y="612584"/>
                  </a:lnTo>
                  <a:lnTo>
                    <a:pt x="39928" y="654812"/>
                  </a:lnTo>
                  <a:lnTo>
                    <a:pt x="27724" y="697522"/>
                  </a:lnTo>
                  <a:lnTo>
                    <a:pt x="17741" y="740638"/>
                  </a:lnTo>
                  <a:lnTo>
                    <a:pt x="9982" y="784072"/>
                  </a:lnTo>
                  <a:lnTo>
                    <a:pt x="4432" y="827760"/>
                  </a:lnTo>
                  <a:lnTo>
                    <a:pt x="1104" y="871613"/>
                  </a:lnTo>
                  <a:lnTo>
                    <a:pt x="0" y="915543"/>
                  </a:lnTo>
                  <a:lnTo>
                    <a:pt x="1104" y="959472"/>
                  </a:lnTo>
                  <a:lnTo>
                    <a:pt x="4432" y="1003325"/>
                  </a:lnTo>
                  <a:lnTo>
                    <a:pt x="9982" y="1047013"/>
                  </a:lnTo>
                  <a:lnTo>
                    <a:pt x="17741" y="1090447"/>
                  </a:lnTo>
                  <a:lnTo>
                    <a:pt x="27724" y="1133576"/>
                  </a:lnTo>
                  <a:lnTo>
                    <a:pt x="39928" y="1176286"/>
                  </a:lnTo>
                  <a:lnTo>
                    <a:pt x="54343" y="1218501"/>
                  </a:lnTo>
                  <a:lnTo>
                    <a:pt x="70980" y="1260157"/>
                  </a:lnTo>
                  <a:lnTo>
                    <a:pt x="89839" y="1301153"/>
                  </a:lnTo>
                  <a:lnTo>
                    <a:pt x="110909" y="1341424"/>
                  </a:lnTo>
                  <a:lnTo>
                    <a:pt x="134200" y="1380883"/>
                  </a:lnTo>
                  <a:lnTo>
                    <a:pt x="159702" y="1419440"/>
                  </a:lnTo>
                  <a:lnTo>
                    <a:pt x="187439" y="1457020"/>
                  </a:lnTo>
                  <a:lnTo>
                    <a:pt x="217373" y="1493545"/>
                  </a:lnTo>
                  <a:lnTo>
                    <a:pt x="249542" y="1528940"/>
                  </a:lnTo>
                  <a:lnTo>
                    <a:pt x="283921" y="1563103"/>
                  </a:lnTo>
                  <a:lnTo>
                    <a:pt x="318973" y="1594624"/>
                  </a:lnTo>
                  <a:lnTo>
                    <a:pt x="355244" y="1624190"/>
                  </a:lnTo>
                  <a:lnTo>
                    <a:pt x="392645" y="1651774"/>
                  </a:lnTo>
                  <a:lnTo>
                    <a:pt x="431114" y="1677390"/>
                  </a:lnTo>
                  <a:lnTo>
                    <a:pt x="470560" y="1701038"/>
                  </a:lnTo>
                  <a:lnTo>
                    <a:pt x="510908" y="1722704"/>
                  </a:lnTo>
                  <a:lnTo>
                    <a:pt x="552081" y="1742414"/>
                  </a:lnTo>
                  <a:lnTo>
                    <a:pt x="594004" y="1760143"/>
                  </a:lnTo>
                  <a:lnTo>
                    <a:pt x="636600" y="1775917"/>
                  </a:lnTo>
                  <a:lnTo>
                    <a:pt x="679780" y="1789709"/>
                  </a:lnTo>
                  <a:lnTo>
                    <a:pt x="723468" y="1801533"/>
                  </a:lnTo>
                  <a:lnTo>
                    <a:pt x="767588" y="1811375"/>
                  </a:lnTo>
                  <a:lnTo>
                    <a:pt x="812063" y="1819262"/>
                  </a:lnTo>
                  <a:lnTo>
                    <a:pt x="856818" y="1825167"/>
                  </a:lnTo>
                  <a:lnTo>
                    <a:pt x="901763" y="1829117"/>
                  </a:lnTo>
                  <a:lnTo>
                    <a:pt x="946823" y="1831086"/>
                  </a:lnTo>
                  <a:lnTo>
                    <a:pt x="991920" y="1831086"/>
                  </a:lnTo>
                  <a:lnTo>
                    <a:pt x="1036993" y="1829117"/>
                  </a:lnTo>
                  <a:lnTo>
                    <a:pt x="1081938" y="1825167"/>
                  </a:lnTo>
                  <a:lnTo>
                    <a:pt x="1126680" y="1819262"/>
                  </a:lnTo>
                  <a:lnTo>
                    <a:pt x="1171155" y="1811375"/>
                  </a:lnTo>
                  <a:lnTo>
                    <a:pt x="1215275" y="1801533"/>
                  </a:lnTo>
                  <a:lnTo>
                    <a:pt x="1258963" y="1789709"/>
                  </a:lnTo>
                  <a:lnTo>
                    <a:pt x="1302143" y="1775917"/>
                  </a:lnTo>
                  <a:lnTo>
                    <a:pt x="1344739" y="1760143"/>
                  </a:lnTo>
                  <a:lnTo>
                    <a:pt x="1386662" y="1742414"/>
                  </a:lnTo>
                  <a:lnTo>
                    <a:pt x="1427835" y="1722704"/>
                  </a:lnTo>
                  <a:lnTo>
                    <a:pt x="1468183" y="1701038"/>
                  </a:lnTo>
                  <a:lnTo>
                    <a:pt x="1507629" y="1677390"/>
                  </a:lnTo>
                  <a:lnTo>
                    <a:pt x="1546098" y="1651774"/>
                  </a:lnTo>
                  <a:lnTo>
                    <a:pt x="1583512" y="1624190"/>
                  </a:lnTo>
                  <a:lnTo>
                    <a:pt x="1619770" y="1594624"/>
                  </a:lnTo>
                  <a:lnTo>
                    <a:pt x="1654822" y="1563103"/>
                  </a:lnTo>
                  <a:lnTo>
                    <a:pt x="1689201" y="1528940"/>
                  </a:lnTo>
                  <a:lnTo>
                    <a:pt x="1721370" y="1493545"/>
                  </a:lnTo>
                  <a:lnTo>
                    <a:pt x="1751317" y="1457020"/>
                  </a:lnTo>
                  <a:lnTo>
                    <a:pt x="1779041" y="1419440"/>
                  </a:lnTo>
                  <a:lnTo>
                    <a:pt x="1804543" y="1380883"/>
                  </a:lnTo>
                  <a:lnTo>
                    <a:pt x="1827834" y="1341424"/>
                  </a:lnTo>
                  <a:lnTo>
                    <a:pt x="1848916" y="1301153"/>
                  </a:lnTo>
                  <a:lnTo>
                    <a:pt x="1867763" y="1260157"/>
                  </a:lnTo>
                  <a:lnTo>
                    <a:pt x="1884400" y="1218501"/>
                  </a:lnTo>
                  <a:lnTo>
                    <a:pt x="1898815" y="1176286"/>
                  </a:lnTo>
                  <a:lnTo>
                    <a:pt x="1911019" y="1133576"/>
                  </a:lnTo>
                  <a:lnTo>
                    <a:pt x="1921002" y="1090447"/>
                  </a:lnTo>
                  <a:lnTo>
                    <a:pt x="1928761" y="1047013"/>
                  </a:lnTo>
                  <a:lnTo>
                    <a:pt x="1934311" y="1003325"/>
                  </a:lnTo>
                  <a:lnTo>
                    <a:pt x="1937639" y="959472"/>
                  </a:lnTo>
                  <a:lnTo>
                    <a:pt x="1938743" y="915543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05175" y="3543593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07046" y="7656589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68622" y="318411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4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89303" y="3543593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85892" y="3348738"/>
            <a:ext cx="135234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73" dirty="0">
                <a:solidFill>
                  <a:srgbClr val="FFFFFF"/>
                </a:solidFill>
                <a:latin typeface="Calibri"/>
                <a:cs typeface="Calibri"/>
              </a:rPr>
              <a:t>4T57FAQ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333566" y="4945947"/>
            <a:ext cx="259534" cy="1828287"/>
            <a:chOff x="10168776" y="4078117"/>
            <a:chExt cx="213995" cy="1507490"/>
          </a:xfrm>
        </p:grpSpPr>
        <p:sp>
          <p:nvSpPr>
            <p:cNvPr id="18" name="object 18"/>
            <p:cNvSpPr/>
            <p:nvPr/>
          </p:nvSpPr>
          <p:spPr>
            <a:xfrm>
              <a:off x="10275348" y="4104294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68776" y="5370521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4"/>
                  </a:lnTo>
                  <a:lnTo>
                    <a:pt x="213597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5414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033706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2"/>
            <a:ext cx="12458045" cy="3863538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18" dirty="0">
                <a:solidFill>
                  <a:srgbClr val="838787"/>
                </a:solidFill>
                <a:latin typeface="Arial"/>
                <a:cs typeface="Arial"/>
              </a:rPr>
              <a:t>byt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endParaRPr lang="en-US"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4800" spc="-230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6" dirty="0">
                <a:solidFill>
                  <a:srgbClr val="838787"/>
                </a:solidFill>
                <a:latin typeface="Arial"/>
                <a:cs typeface="Arial"/>
              </a:rPr>
              <a:t>cat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.git/HEAD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27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4800" spc="-164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hände?</a:t>
            </a:r>
            <a:endParaRPr sz="4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5813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3"/>
            <a:ext cx="4739889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11286244" y="6821697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4" y="0"/>
                </a:moveTo>
                <a:lnTo>
                  <a:pt x="946821" y="0"/>
                </a:lnTo>
                <a:lnTo>
                  <a:pt x="901757" y="1970"/>
                </a:lnTo>
                <a:lnTo>
                  <a:pt x="856811" y="5911"/>
                </a:lnTo>
                <a:lnTo>
                  <a:pt x="812062" y="11822"/>
                </a:lnTo>
                <a:lnTo>
                  <a:pt x="767587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5"/>
                </a:lnTo>
                <a:lnTo>
                  <a:pt x="470560" y="130050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8"/>
                </a:lnTo>
                <a:lnTo>
                  <a:pt x="318973" y="236455"/>
                </a:lnTo>
                <a:lnTo>
                  <a:pt x="283923" y="267982"/>
                </a:lnTo>
                <a:lnTo>
                  <a:pt x="249541" y="302148"/>
                </a:lnTo>
                <a:lnTo>
                  <a:pt x="217378" y="337534"/>
                </a:lnTo>
                <a:lnTo>
                  <a:pt x="187433" y="374060"/>
                </a:lnTo>
                <a:lnTo>
                  <a:pt x="159706" y="411644"/>
                </a:lnTo>
                <a:lnTo>
                  <a:pt x="134198" y="450204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30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5"/>
                </a:lnTo>
                <a:lnTo>
                  <a:pt x="17745" y="740632"/>
                </a:lnTo>
                <a:lnTo>
                  <a:pt x="9981" y="784075"/>
                </a:lnTo>
                <a:lnTo>
                  <a:pt x="4436" y="827761"/>
                </a:lnTo>
                <a:lnTo>
                  <a:pt x="1109" y="871611"/>
                </a:lnTo>
                <a:lnTo>
                  <a:pt x="0" y="915542"/>
                </a:lnTo>
                <a:lnTo>
                  <a:pt x="1109" y="959473"/>
                </a:lnTo>
                <a:lnTo>
                  <a:pt x="4436" y="1003322"/>
                </a:lnTo>
                <a:lnTo>
                  <a:pt x="9981" y="1047009"/>
                </a:lnTo>
                <a:lnTo>
                  <a:pt x="17745" y="1090452"/>
                </a:lnTo>
                <a:lnTo>
                  <a:pt x="27726" y="1133569"/>
                </a:lnTo>
                <a:lnTo>
                  <a:pt x="39926" y="1176279"/>
                </a:lnTo>
                <a:lnTo>
                  <a:pt x="54344" y="1218501"/>
                </a:lnTo>
                <a:lnTo>
                  <a:pt x="70980" y="1260154"/>
                </a:lnTo>
                <a:lnTo>
                  <a:pt x="89835" y="1301155"/>
                </a:lnTo>
                <a:lnTo>
                  <a:pt x="110907" y="1341424"/>
                </a:lnTo>
                <a:lnTo>
                  <a:pt x="134198" y="1380880"/>
                </a:lnTo>
                <a:lnTo>
                  <a:pt x="159706" y="1419440"/>
                </a:lnTo>
                <a:lnTo>
                  <a:pt x="187433" y="1457023"/>
                </a:lnTo>
                <a:lnTo>
                  <a:pt x="217378" y="1493549"/>
                </a:lnTo>
                <a:lnTo>
                  <a:pt x="249541" y="1528936"/>
                </a:lnTo>
                <a:lnTo>
                  <a:pt x="283923" y="1563102"/>
                </a:lnTo>
                <a:lnTo>
                  <a:pt x="318973" y="1594629"/>
                </a:lnTo>
                <a:lnTo>
                  <a:pt x="355240" y="1624186"/>
                </a:lnTo>
                <a:lnTo>
                  <a:pt x="392646" y="1651772"/>
                </a:lnTo>
                <a:lnTo>
                  <a:pt x="431112" y="1677388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3"/>
                </a:lnTo>
                <a:lnTo>
                  <a:pt x="594009" y="1760147"/>
                </a:lnTo>
                <a:lnTo>
                  <a:pt x="636598" y="1775911"/>
                </a:lnTo>
                <a:lnTo>
                  <a:pt x="679777" y="1789704"/>
                </a:lnTo>
                <a:lnTo>
                  <a:pt x="723466" y="1801527"/>
                </a:lnTo>
                <a:lnTo>
                  <a:pt x="767587" y="1811379"/>
                </a:lnTo>
                <a:lnTo>
                  <a:pt x="812062" y="1819261"/>
                </a:lnTo>
                <a:lnTo>
                  <a:pt x="856811" y="1825172"/>
                </a:lnTo>
                <a:lnTo>
                  <a:pt x="901757" y="1829113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7" y="1829113"/>
                </a:lnTo>
                <a:lnTo>
                  <a:pt x="1081933" y="1825172"/>
                </a:lnTo>
                <a:lnTo>
                  <a:pt x="1126683" y="1819261"/>
                </a:lnTo>
                <a:lnTo>
                  <a:pt x="1171157" y="1811379"/>
                </a:lnTo>
                <a:lnTo>
                  <a:pt x="1215278" y="1801527"/>
                </a:lnTo>
                <a:lnTo>
                  <a:pt x="1258968" y="1789704"/>
                </a:lnTo>
                <a:lnTo>
                  <a:pt x="1302146" y="1775911"/>
                </a:lnTo>
                <a:lnTo>
                  <a:pt x="1344736" y="1760147"/>
                </a:lnTo>
                <a:lnTo>
                  <a:pt x="1386658" y="1742413"/>
                </a:lnTo>
                <a:lnTo>
                  <a:pt x="1427834" y="1722708"/>
                </a:lnTo>
                <a:lnTo>
                  <a:pt x="1468185" y="1701033"/>
                </a:lnTo>
                <a:lnTo>
                  <a:pt x="1507633" y="1677388"/>
                </a:lnTo>
                <a:lnTo>
                  <a:pt x="1546099" y="1651772"/>
                </a:lnTo>
                <a:lnTo>
                  <a:pt x="1583505" y="1624186"/>
                </a:lnTo>
                <a:lnTo>
                  <a:pt x="1619773" y="1594629"/>
                </a:lnTo>
                <a:lnTo>
                  <a:pt x="1654822" y="1563102"/>
                </a:lnTo>
                <a:lnTo>
                  <a:pt x="1689204" y="1528936"/>
                </a:lnTo>
                <a:lnTo>
                  <a:pt x="1721367" y="1493549"/>
                </a:lnTo>
                <a:lnTo>
                  <a:pt x="1751312" y="1457023"/>
                </a:lnTo>
                <a:lnTo>
                  <a:pt x="1779039" y="1419440"/>
                </a:lnTo>
                <a:lnTo>
                  <a:pt x="1804548" y="1380880"/>
                </a:lnTo>
                <a:lnTo>
                  <a:pt x="1827838" y="1341424"/>
                </a:lnTo>
                <a:lnTo>
                  <a:pt x="1848911" y="1301155"/>
                </a:lnTo>
                <a:lnTo>
                  <a:pt x="1867765" y="1260154"/>
                </a:lnTo>
                <a:lnTo>
                  <a:pt x="1884401" y="1218501"/>
                </a:lnTo>
                <a:lnTo>
                  <a:pt x="1898819" y="1176279"/>
                </a:lnTo>
                <a:lnTo>
                  <a:pt x="1911019" y="1133569"/>
                </a:lnTo>
                <a:lnTo>
                  <a:pt x="1921000" y="1090452"/>
                </a:lnTo>
                <a:lnTo>
                  <a:pt x="1928764" y="1047009"/>
                </a:lnTo>
                <a:lnTo>
                  <a:pt x="1934309" y="1003322"/>
                </a:lnTo>
                <a:lnTo>
                  <a:pt x="1937637" y="959473"/>
                </a:lnTo>
                <a:lnTo>
                  <a:pt x="1938746" y="915542"/>
                </a:lnTo>
                <a:lnTo>
                  <a:pt x="1937637" y="871611"/>
                </a:lnTo>
                <a:lnTo>
                  <a:pt x="1934309" y="827761"/>
                </a:lnTo>
                <a:lnTo>
                  <a:pt x="1928764" y="784075"/>
                </a:lnTo>
                <a:lnTo>
                  <a:pt x="1921000" y="740632"/>
                </a:lnTo>
                <a:lnTo>
                  <a:pt x="1911019" y="697515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30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4"/>
                </a:lnTo>
                <a:lnTo>
                  <a:pt x="1779039" y="411644"/>
                </a:lnTo>
                <a:lnTo>
                  <a:pt x="1751312" y="374060"/>
                </a:lnTo>
                <a:lnTo>
                  <a:pt x="1721367" y="337534"/>
                </a:lnTo>
                <a:lnTo>
                  <a:pt x="1689204" y="302148"/>
                </a:lnTo>
                <a:lnTo>
                  <a:pt x="1654822" y="267982"/>
                </a:lnTo>
                <a:lnTo>
                  <a:pt x="1619773" y="236455"/>
                </a:lnTo>
                <a:lnTo>
                  <a:pt x="1583505" y="206898"/>
                </a:lnTo>
                <a:lnTo>
                  <a:pt x="1546099" y="179311"/>
                </a:lnTo>
                <a:lnTo>
                  <a:pt x="1507633" y="153695"/>
                </a:lnTo>
                <a:lnTo>
                  <a:pt x="1468185" y="130050"/>
                </a:lnTo>
                <a:lnTo>
                  <a:pt x="1427834" y="108375"/>
                </a:lnTo>
                <a:lnTo>
                  <a:pt x="1386658" y="88670"/>
                </a:lnTo>
                <a:lnTo>
                  <a:pt x="1344736" y="70936"/>
                </a:lnTo>
                <a:lnTo>
                  <a:pt x="1302146" y="55172"/>
                </a:lnTo>
                <a:lnTo>
                  <a:pt x="1258968" y="41379"/>
                </a:lnTo>
                <a:lnTo>
                  <a:pt x="1215278" y="29556"/>
                </a:lnTo>
                <a:lnTo>
                  <a:pt x="1171157" y="19704"/>
                </a:lnTo>
                <a:lnTo>
                  <a:pt x="1126683" y="11822"/>
                </a:lnTo>
                <a:lnTo>
                  <a:pt x="1081933" y="5911"/>
                </a:lnTo>
                <a:lnTo>
                  <a:pt x="1036987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86147" y="7461735"/>
            <a:ext cx="135157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9" dirty="0">
                <a:solidFill>
                  <a:srgbClr val="FFFFFF"/>
                </a:solidFill>
                <a:latin typeface="Calibri"/>
                <a:cs typeface="Calibri"/>
              </a:rPr>
              <a:t>29EF426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86244" y="10934694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4" y="0"/>
                </a:moveTo>
                <a:lnTo>
                  <a:pt x="946821" y="0"/>
                </a:lnTo>
                <a:lnTo>
                  <a:pt x="901757" y="1970"/>
                </a:lnTo>
                <a:lnTo>
                  <a:pt x="856811" y="5911"/>
                </a:lnTo>
                <a:lnTo>
                  <a:pt x="812062" y="11822"/>
                </a:lnTo>
                <a:lnTo>
                  <a:pt x="767587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8" y="1775910"/>
                </a:lnTo>
                <a:lnTo>
                  <a:pt x="679777" y="1789703"/>
                </a:lnTo>
                <a:lnTo>
                  <a:pt x="723466" y="1801526"/>
                </a:lnTo>
                <a:lnTo>
                  <a:pt x="767587" y="1811378"/>
                </a:lnTo>
                <a:lnTo>
                  <a:pt x="812062" y="1819260"/>
                </a:lnTo>
                <a:lnTo>
                  <a:pt x="856811" y="1825171"/>
                </a:lnTo>
                <a:lnTo>
                  <a:pt x="901757" y="1829112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7" y="1829112"/>
                </a:lnTo>
                <a:lnTo>
                  <a:pt x="1081933" y="1825171"/>
                </a:lnTo>
                <a:lnTo>
                  <a:pt x="1126683" y="1819260"/>
                </a:lnTo>
                <a:lnTo>
                  <a:pt x="1171157" y="1811378"/>
                </a:lnTo>
                <a:lnTo>
                  <a:pt x="1215278" y="1801526"/>
                </a:lnTo>
                <a:lnTo>
                  <a:pt x="1258968" y="1789703"/>
                </a:lnTo>
                <a:lnTo>
                  <a:pt x="1302146" y="1775910"/>
                </a:lnTo>
                <a:lnTo>
                  <a:pt x="1344736" y="1760146"/>
                </a:lnTo>
                <a:lnTo>
                  <a:pt x="1386658" y="1742412"/>
                </a:lnTo>
                <a:lnTo>
                  <a:pt x="1427834" y="1722708"/>
                </a:lnTo>
                <a:lnTo>
                  <a:pt x="1468185" y="1701033"/>
                </a:lnTo>
                <a:lnTo>
                  <a:pt x="1507633" y="1677387"/>
                </a:lnTo>
                <a:lnTo>
                  <a:pt x="1546099" y="1651771"/>
                </a:lnTo>
                <a:lnTo>
                  <a:pt x="1583505" y="1624185"/>
                </a:lnTo>
                <a:lnTo>
                  <a:pt x="1619773" y="1594628"/>
                </a:lnTo>
                <a:lnTo>
                  <a:pt x="1654822" y="1563101"/>
                </a:lnTo>
                <a:lnTo>
                  <a:pt x="1689204" y="1528935"/>
                </a:lnTo>
                <a:lnTo>
                  <a:pt x="1721367" y="1493548"/>
                </a:lnTo>
                <a:lnTo>
                  <a:pt x="1751312" y="1457023"/>
                </a:lnTo>
                <a:lnTo>
                  <a:pt x="1779039" y="1419439"/>
                </a:lnTo>
                <a:lnTo>
                  <a:pt x="1804548" y="1380879"/>
                </a:lnTo>
                <a:lnTo>
                  <a:pt x="1827838" y="1341423"/>
                </a:lnTo>
                <a:lnTo>
                  <a:pt x="1848911" y="1301154"/>
                </a:lnTo>
                <a:lnTo>
                  <a:pt x="1867765" y="1260153"/>
                </a:lnTo>
                <a:lnTo>
                  <a:pt x="1884401" y="1218501"/>
                </a:lnTo>
                <a:lnTo>
                  <a:pt x="1898819" y="1176278"/>
                </a:lnTo>
                <a:lnTo>
                  <a:pt x="1911019" y="1133568"/>
                </a:lnTo>
                <a:lnTo>
                  <a:pt x="1921000" y="1090451"/>
                </a:lnTo>
                <a:lnTo>
                  <a:pt x="1928764" y="1047008"/>
                </a:lnTo>
                <a:lnTo>
                  <a:pt x="1934309" y="1003321"/>
                </a:lnTo>
                <a:lnTo>
                  <a:pt x="1937637" y="959472"/>
                </a:lnTo>
                <a:lnTo>
                  <a:pt x="1938746" y="915541"/>
                </a:lnTo>
                <a:lnTo>
                  <a:pt x="1937637" y="871610"/>
                </a:lnTo>
                <a:lnTo>
                  <a:pt x="1934309" y="827761"/>
                </a:lnTo>
                <a:lnTo>
                  <a:pt x="1928764" y="784074"/>
                </a:lnTo>
                <a:lnTo>
                  <a:pt x="1921000" y="740631"/>
                </a:lnTo>
                <a:lnTo>
                  <a:pt x="1911019" y="697514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29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3"/>
                </a:lnTo>
                <a:lnTo>
                  <a:pt x="1779039" y="411643"/>
                </a:lnTo>
                <a:lnTo>
                  <a:pt x="1751312" y="374059"/>
                </a:lnTo>
                <a:lnTo>
                  <a:pt x="1721367" y="337534"/>
                </a:lnTo>
                <a:lnTo>
                  <a:pt x="1689204" y="302147"/>
                </a:lnTo>
                <a:lnTo>
                  <a:pt x="1654822" y="267981"/>
                </a:lnTo>
                <a:lnTo>
                  <a:pt x="1619773" y="236454"/>
                </a:lnTo>
                <a:lnTo>
                  <a:pt x="1583505" y="206897"/>
                </a:lnTo>
                <a:lnTo>
                  <a:pt x="1546099" y="179311"/>
                </a:lnTo>
                <a:lnTo>
                  <a:pt x="1507633" y="153695"/>
                </a:lnTo>
                <a:lnTo>
                  <a:pt x="1468185" y="130049"/>
                </a:lnTo>
                <a:lnTo>
                  <a:pt x="1427834" y="108374"/>
                </a:lnTo>
                <a:lnTo>
                  <a:pt x="1386658" y="88670"/>
                </a:lnTo>
                <a:lnTo>
                  <a:pt x="1344736" y="70936"/>
                </a:lnTo>
                <a:lnTo>
                  <a:pt x="1302146" y="55172"/>
                </a:lnTo>
                <a:lnTo>
                  <a:pt x="1258968" y="41379"/>
                </a:lnTo>
                <a:lnTo>
                  <a:pt x="1215278" y="29556"/>
                </a:lnTo>
                <a:lnTo>
                  <a:pt x="1171157" y="19704"/>
                </a:lnTo>
                <a:lnTo>
                  <a:pt x="1126683" y="11822"/>
                </a:lnTo>
                <a:lnTo>
                  <a:pt x="1081933" y="5911"/>
                </a:lnTo>
                <a:lnTo>
                  <a:pt x="1036987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857261" y="11575724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85083" y="318411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968809" y="7297112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1"/>
                </a:lnTo>
                <a:lnTo>
                  <a:pt x="670136" y="356011"/>
                </a:lnTo>
                <a:lnTo>
                  <a:pt x="67013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286244" y="2708700"/>
            <a:ext cx="2351973" cy="8178001"/>
            <a:chOff x="9305220" y="2233423"/>
            <a:chExt cx="1939289" cy="6743065"/>
          </a:xfrm>
        </p:grpSpPr>
        <p:sp>
          <p:nvSpPr>
            <p:cNvPr id="10" name="object 10"/>
            <p:cNvSpPr/>
            <p:nvPr/>
          </p:nvSpPr>
          <p:spPr>
            <a:xfrm>
              <a:off x="10275348" y="7495612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05214" y="2233427"/>
              <a:ext cx="1939289" cy="6743065"/>
            </a:xfrm>
            <a:custGeom>
              <a:avLst/>
              <a:gdLst/>
              <a:ahLst/>
              <a:cxnLst/>
              <a:rect l="l" t="t" r="r" b="b"/>
              <a:pathLst>
                <a:path w="1939290" h="6743065">
                  <a:moveTo>
                    <a:pt x="1077150" y="6530276"/>
                  </a:moveTo>
                  <a:lnTo>
                    <a:pt x="863561" y="6528422"/>
                  </a:lnTo>
                  <a:lnTo>
                    <a:pt x="968502" y="6742938"/>
                  </a:lnTo>
                  <a:lnTo>
                    <a:pt x="1077150" y="6530276"/>
                  </a:lnTo>
                  <a:close/>
                </a:path>
                <a:path w="1939290" h="6743065">
                  <a:moveTo>
                    <a:pt x="1938743" y="915543"/>
                  </a:moveTo>
                  <a:lnTo>
                    <a:pt x="1937639" y="871613"/>
                  </a:lnTo>
                  <a:lnTo>
                    <a:pt x="1934311" y="827760"/>
                  </a:lnTo>
                  <a:lnTo>
                    <a:pt x="1928761" y="784072"/>
                  </a:lnTo>
                  <a:lnTo>
                    <a:pt x="1921002" y="740638"/>
                  </a:lnTo>
                  <a:lnTo>
                    <a:pt x="1911019" y="697522"/>
                  </a:lnTo>
                  <a:lnTo>
                    <a:pt x="1898815" y="654812"/>
                  </a:lnTo>
                  <a:lnTo>
                    <a:pt x="1884400" y="612584"/>
                  </a:lnTo>
                  <a:lnTo>
                    <a:pt x="1867763" y="570928"/>
                  </a:lnTo>
                  <a:lnTo>
                    <a:pt x="1848916" y="529932"/>
                  </a:lnTo>
                  <a:lnTo>
                    <a:pt x="1827834" y="489661"/>
                  </a:lnTo>
                  <a:lnTo>
                    <a:pt x="1804543" y="450202"/>
                  </a:lnTo>
                  <a:lnTo>
                    <a:pt x="1779041" y="411645"/>
                  </a:lnTo>
                  <a:lnTo>
                    <a:pt x="1751317" y="374065"/>
                  </a:lnTo>
                  <a:lnTo>
                    <a:pt x="1721370" y="337540"/>
                  </a:lnTo>
                  <a:lnTo>
                    <a:pt x="1689201" y="302145"/>
                  </a:lnTo>
                  <a:lnTo>
                    <a:pt x="1654822" y="267982"/>
                  </a:lnTo>
                  <a:lnTo>
                    <a:pt x="1619770" y="236461"/>
                  </a:lnTo>
                  <a:lnTo>
                    <a:pt x="1583512" y="206895"/>
                  </a:lnTo>
                  <a:lnTo>
                    <a:pt x="1546098" y="179311"/>
                  </a:lnTo>
                  <a:lnTo>
                    <a:pt x="1507629" y="153695"/>
                  </a:lnTo>
                  <a:lnTo>
                    <a:pt x="1468183" y="130048"/>
                  </a:lnTo>
                  <a:lnTo>
                    <a:pt x="1427835" y="108381"/>
                  </a:lnTo>
                  <a:lnTo>
                    <a:pt x="1386662" y="88671"/>
                  </a:lnTo>
                  <a:lnTo>
                    <a:pt x="1344739" y="70942"/>
                  </a:lnTo>
                  <a:lnTo>
                    <a:pt x="1302143" y="55168"/>
                  </a:lnTo>
                  <a:lnTo>
                    <a:pt x="1258963" y="41376"/>
                  </a:lnTo>
                  <a:lnTo>
                    <a:pt x="1215275" y="29552"/>
                  </a:lnTo>
                  <a:lnTo>
                    <a:pt x="1171155" y="19710"/>
                  </a:lnTo>
                  <a:lnTo>
                    <a:pt x="1126680" y="11823"/>
                  </a:lnTo>
                  <a:lnTo>
                    <a:pt x="1081938" y="5918"/>
                  </a:lnTo>
                  <a:lnTo>
                    <a:pt x="1036993" y="1968"/>
                  </a:lnTo>
                  <a:lnTo>
                    <a:pt x="991920" y="0"/>
                  </a:lnTo>
                  <a:lnTo>
                    <a:pt x="946823" y="0"/>
                  </a:lnTo>
                  <a:lnTo>
                    <a:pt x="901763" y="1968"/>
                  </a:lnTo>
                  <a:lnTo>
                    <a:pt x="856818" y="5918"/>
                  </a:lnTo>
                  <a:lnTo>
                    <a:pt x="812063" y="11823"/>
                  </a:lnTo>
                  <a:lnTo>
                    <a:pt x="767588" y="19710"/>
                  </a:lnTo>
                  <a:lnTo>
                    <a:pt x="723468" y="29552"/>
                  </a:lnTo>
                  <a:lnTo>
                    <a:pt x="679780" y="41376"/>
                  </a:lnTo>
                  <a:lnTo>
                    <a:pt x="636600" y="55168"/>
                  </a:lnTo>
                  <a:lnTo>
                    <a:pt x="594004" y="70942"/>
                  </a:lnTo>
                  <a:lnTo>
                    <a:pt x="552081" y="88671"/>
                  </a:lnTo>
                  <a:lnTo>
                    <a:pt x="510908" y="108381"/>
                  </a:lnTo>
                  <a:lnTo>
                    <a:pt x="470560" y="130048"/>
                  </a:lnTo>
                  <a:lnTo>
                    <a:pt x="431114" y="153695"/>
                  </a:lnTo>
                  <a:lnTo>
                    <a:pt x="392645" y="179311"/>
                  </a:lnTo>
                  <a:lnTo>
                    <a:pt x="355244" y="206895"/>
                  </a:lnTo>
                  <a:lnTo>
                    <a:pt x="318973" y="236461"/>
                  </a:lnTo>
                  <a:lnTo>
                    <a:pt x="283921" y="267982"/>
                  </a:lnTo>
                  <a:lnTo>
                    <a:pt x="249542" y="302145"/>
                  </a:lnTo>
                  <a:lnTo>
                    <a:pt x="217373" y="337540"/>
                  </a:lnTo>
                  <a:lnTo>
                    <a:pt x="187439" y="374065"/>
                  </a:lnTo>
                  <a:lnTo>
                    <a:pt x="159702" y="411645"/>
                  </a:lnTo>
                  <a:lnTo>
                    <a:pt x="134200" y="450202"/>
                  </a:lnTo>
                  <a:lnTo>
                    <a:pt x="110909" y="489661"/>
                  </a:lnTo>
                  <a:lnTo>
                    <a:pt x="89839" y="529932"/>
                  </a:lnTo>
                  <a:lnTo>
                    <a:pt x="70980" y="570928"/>
                  </a:lnTo>
                  <a:lnTo>
                    <a:pt x="54343" y="612584"/>
                  </a:lnTo>
                  <a:lnTo>
                    <a:pt x="39928" y="654812"/>
                  </a:lnTo>
                  <a:lnTo>
                    <a:pt x="27724" y="697522"/>
                  </a:lnTo>
                  <a:lnTo>
                    <a:pt x="17741" y="740638"/>
                  </a:lnTo>
                  <a:lnTo>
                    <a:pt x="9982" y="784072"/>
                  </a:lnTo>
                  <a:lnTo>
                    <a:pt x="4432" y="827760"/>
                  </a:lnTo>
                  <a:lnTo>
                    <a:pt x="1104" y="871613"/>
                  </a:lnTo>
                  <a:lnTo>
                    <a:pt x="0" y="915543"/>
                  </a:lnTo>
                  <a:lnTo>
                    <a:pt x="1104" y="959472"/>
                  </a:lnTo>
                  <a:lnTo>
                    <a:pt x="4432" y="1003325"/>
                  </a:lnTo>
                  <a:lnTo>
                    <a:pt x="9982" y="1047013"/>
                  </a:lnTo>
                  <a:lnTo>
                    <a:pt x="17741" y="1090447"/>
                  </a:lnTo>
                  <a:lnTo>
                    <a:pt x="27724" y="1133576"/>
                  </a:lnTo>
                  <a:lnTo>
                    <a:pt x="39928" y="1176286"/>
                  </a:lnTo>
                  <a:lnTo>
                    <a:pt x="54343" y="1218501"/>
                  </a:lnTo>
                  <a:lnTo>
                    <a:pt x="70980" y="1260157"/>
                  </a:lnTo>
                  <a:lnTo>
                    <a:pt x="89839" y="1301153"/>
                  </a:lnTo>
                  <a:lnTo>
                    <a:pt x="110909" y="1341424"/>
                  </a:lnTo>
                  <a:lnTo>
                    <a:pt x="134200" y="1380883"/>
                  </a:lnTo>
                  <a:lnTo>
                    <a:pt x="159702" y="1419440"/>
                  </a:lnTo>
                  <a:lnTo>
                    <a:pt x="187439" y="1457020"/>
                  </a:lnTo>
                  <a:lnTo>
                    <a:pt x="217373" y="1493545"/>
                  </a:lnTo>
                  <a:lnTo>
                    <a:pt x="249542" y="1528940"/>
                  </a:lnTo>
                  <a:lnTo>
                    <a:pt x="283921" y="1563103"/>
                  </a:lnTo>
                  <a:lnTo>
                    <a:pt x="318973" y="1594624"/>
                  </a:lnTo>
                  <a:lnTo>
                    <a:pt x="355244" y="1624190"/>
                  </a:lnTo>
                  <a:lnTo>
                    <a:pt x="392645" y="1651774"/>
                  </a:lnTo>
                  <a:lnTo>
                    <a:pt x="431114" y="1677390"/>
                  </a:lnTo>
                  <a:lnTo>
                    <a:pt x="470560" y="1701038"/>
                  </a:lnTo>
                  <a:lnTo>
                    <a:pt x="510908" y="1722704"/>
                  </a:lnTo>
                  <a:lnTo>
                    <a:pt x="552081" y="1742414"/>
                  </a:lnTo>
                  <a:lnTo>
                    <a:pt x="594004" y="1760143"/>
                  </a:lnTo>
                  <a:lnTo>
                    <a:pt x="636600" y="1775917"/>
                  </a:lnTo>
                  <a:lnTo>
                    <a:pt x="679780" y="1789709"/>
                  </a:lnTo>
                  <a:lnTo>
                    <a:pt x="723468" y="1801533"/>
                  </a:lnTo>
                  <a:lnTo>
                    <a:pt x="767588" y="1811375"/>
                  </a:lnTo>
                  <a:lnTo>
                    <a:pt x="812063" y="1819262"/>
                  </a:lnTo>
                  <a:lnTo>
                    <a:pt x="856818" y="1825167"/>
                  </a:lnTo>
                  <a:lnTo>
                    <a:pt x="901763" y="1829117"/>
                  </a:lnTo>
                  <a:lnTo>
                    <a:pt x="946823" y="1831086"/>
                  </a:lnTo>
                  <a:lnTo>
                    <a:pt x="991920" y="1831086"/>
                  </a:lnTo>
                  <a:lnTo>
                    <a:pt x="1036993" y="1829117"/>
                  </a:lnTo>
                  <a:lnTo>
                    <a:pt x="1081938" y="1825167"/>
                  </a:lnTo>
                  <a:lnTo>
                    <a:pt x="1126680" y="1819262"/>
                  </a:lnTo>
                  <a:lnTo>
                    <a:pt x="1171155" y="1811375"/>
                  </a:lnTo>
                  <a:lnTo>
                    <a:pt x="1215275" y="1801533"/>
                  </a:lnTo>
                  <a:lnTo>
                    <a:pt x="1258963" y="1789709"/>
                  </a:lnTo>
                  <a:lnTo>
                    <a:pt x="1302143" y="1775917"/>
                  </a:lnTo>
                  <a:lnTo>
                    <a:pt x="1344739" y="1760143"/>
                  </a:lnTo>
                  <a:lnTo>
                    <a:pt x="1386662" y="1742414"/>
                  </a:lnTo>
                  <a:lnTo>
                    <a:pt x="1427835" y="1722704"/>
                  </a:lnTo>
                  <a:lnTo>
                    <a:pt x="1468183" y="1701038"/>
                  </a:lnTo>
                  <a:lnTo>
                    <a:pt x="1507629" y="1677390"/>
                  </a:lnTo>
                  <a:lnTo>
                    <a:pt x="1546098" y="1651774"/>
                  </a:lnTo>
                  <a:lnTo>
                    <a:pt x="1583512" y="1624190"/>
                  </a:lnTo>
                  <a:lnTo>
                    <a:pt x="1619770" y="1594624"/>
                  </a:lnTo>
                  <a:lnTo>
                    <a:pt x="1654822" y="1563103"/>
                  </a:lnTo>
                  <a:lnTo>
                    <a:pt x="1689201" y="1528940"/>
                  </a:lnTo>
                  <a:lnTo>
                    <a:pt x="1721370" y="1493545"/>
                  </a:lnTo>
                  <a:lnTo>
                    <a:pt x="1751317" y="1457020"/>
                  </a:lnTo>
                  <a:lnTo>
                    <a:pt x="1779041" y="1419440"/>
                  </a:lnTo>
                  <a:lnTo>
                    <a:pt x="1804543" y="1380883"/>
                  </a:lnTo>
                  <a:lnTo>
                    <a:pt x="1827834" y="1341424"/>
                  </a:lnTo>
                  <a:lnTo>
                    <a:pt x="1848916" y="1301153"/>
                  </a:lnTo>
                  <a:lnTo>
                    <a:pt x="1867763" y="1260157"/>
                  </a:lnTo>
                  <a:lnTo>
                    <a:pt x="1884400" y="1218501"/>
                  </a:lnTo>
                  <a:lnTo>
                    <a:pt x="1898815" y="1176286"/>
                  </a:lnTo>
                  <a:lnTo>
                    <a:pt x="1911019" y="1133576"/>
                  </a:lnTo>
                  <a:lnTo>
                    <a:pt x="1921002" y="1090447"/>
                  </a:lnTo>
                  <a:lnTo>
                    <a:pt x="1928761" y="1047013"/>
                  </a:lnTo>
                  <a:lnTo>
                    <a:pt x="1934311" y="1003325"/>
                  </a:lnTo>
                  <a:lnTo>
                    <a:pt x="1937639" y="959472"/>
                  </a:lnTo>
                  <a:lnTo>
                    <a:pt x="1938743" y="915543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078138" y="3543593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07047" y="7656589"/>
            <a:ext cx="1125159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103" dirty="0">
                <a:solidFill>
                  <a:srgbClr val="FFFFFF"/>
                </a:solidFill>
                <a:latin typeface="Arial"/>
                <a:cs typeface="Arial"/>
              </a:rPr>
              <a:t>Anna*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938013" y="7297112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5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0"/>
                </a:lnTo>
                <a:lnTo>
                  <a:pt x="670136" y="356010"/>
                </a:lnTo>
                <a:lnTo>
                  <a:pt x="670136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8576249" y="7656589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85892" y="3348738"/>
            <a:ext cx="135234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73" dirty="0">
                <a:solidFill>
                  <a:srgbClr val="FFFFFF"/>
                </a:solidFill>
                <a:latin typeface="Calibri"/>
                <a:cs typeface="Calibri"/>
              </a:rPr>
              <a:t>4T57FAQ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333566" y="4945947"/>
            <a:ext cx="259534" cy="1828287"/>
            <a:chOff x="10168776" y="4078117"/>
            <a:chExt cx="213995" cy="1507490"/>
          </a:xfrm>
        </p:grpSpPr>
        <p:sp>
          <p:nvSpPr>
            <p:cNvPr id="18" name="object 18"/>
            <p:cNvSpPr/>
            <p:nvPr/>
          </p:nvSpPr>
          <p:spPr>
            <a:xfrm>
              <a:off x="10275348" y="4104294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68776" y="5370521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4"/>
                  </a:lnTo>
                  <a:lnTo>
                    <a:pt x="213597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2078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957861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70932"/>
            <a:ext cx="22462845" cy="3863538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6" dirty="0">
                <a:solidFill>
                  <a:srgbClr val="838787"/>
                </a:solidFill>
                <a:latin typeface="Arial"/>
                <a:cs typeface="Arial"/>
              </a:rPr>
              <a:t>working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directory</a:t>
            </a:r>
            <a:endParaRPr lang="en-US"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0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Hoppa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7" dirty="0">
                <a:solidFill>
                  <a:srgbClr val="838787"/>
                </a:solidFill>
                <a:latin typeface="Arial"/>
                <a:cs typeface="Arial"/>
              </a:rPr>
              <a:t>mellan</a:t>
            </a:r>
            <a:r>
              <a:rPr sz="4800" spc="-21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1" dirty="0">
                <a:solidFill>
                  <a:srgbClr val="838787"/>
                </a:solidFill>
                <a:latin typeface="Arial"/>
                <a:cs typeface="Arial"/>
              </a:rPr>
              <a:t>och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(jmf</a:t>
            </a:r>
            <a:r>
              <a:rPr sz="4800" spc="-1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mappen)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4800" spc="-224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8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15" dirty="0">
                <a:solidFill>
                  <a:srgbClr val="838787"/>
                </a:solidFill>
                <a:latin typeface="Arial"/>
                <a:cs typeface="Arial"/>
              </a:rPr>
              <a:t>Lägg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till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1" dirty="0">
                <a:solidFill>
                  <a:srgbClr val="838787"/>
                </a:solidFill>
                <a:latin typeface="Arial"/>
                <a:cs typeface="Arial"/>
              </a:rPr>
              <a:t>annat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2" dirty="0">
                <a:solidFill>
                  <a:srgbClr val="838787"/>
                </a:solidFill>
                <a:latin typeface="Arial"/>
                <a:cs typeface="Arial"/>
              </a:rPr>
              <a:t>för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Guacamole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6" dirty="0">
                <a:solidFill>
                  <a:srgbClr val="838787"/>
                </a:solidFill>
                <a:latin typeface="Arial"/>
                <a:cs typeface="Arial"/>
              </a:rPr>
              <a:t>i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mappen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1" dirty="0">
                <a:solidFill>
                  <a:srgbClr val="838787"/>
                </a:solidFill>
                <a:latin typeface="Arial"/>
                <a:cs typeface="Arial"/>
              </a:rPr>
              <a:t>och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64" dirty="0">
                <a:solidFill>
                  <a:srgbClr val="838787"/>
                </a:solidFill>
                <a:latin typeface="Arial"/>
                <a:cs typeface="Arial"/>
              </a:rPr>
              <a:t>committa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27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4800" spc="-164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hände?</a:t>
            </a:r>
            <a:endParaRPr sz="4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389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773030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11286244" y="6821697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4" y="0"/>
                </a:moveTo>
                <a:lnTo>
                  <a:pt x="946821" y="0"/>
                </a:lnTo>
                <a:lnTo>
                  <a:pt x="901757" y="1970"/>
                </a:lnTo>
                <a:lnTo>
                  <a:pt x="856811" y="5911"/>
                </a:lnTo>
                <a:lnTo>
                  <a:pt x="812062" y="11822"/>
                </a:lnTo>
                <a:lnTo>
                  <a:pt x="767587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5"/>
                </a:lnTo>
                <a:lnTo>
                  <a:pt x="470560" y="130050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8"/>
                </a:lnTo>
                <a:lnTo>
                  <a:pt x="318973" y="236455"/>
                </a:lnTo>
                <a:lnTo>
                  <a:pt x="283923" y="267982"/>
                </a:lnTo>
                <a:lnTo>
                  <a:pt x="249541" y="302148"/>
                </a:lnTo>
                <a:lnTo>
                  <a:pt x="217378" y="337534"/>
                </a:lnTo>
                <a:lnTo>
                  <a:pt x="187433" y="374060"/>
                </a:lnTo>
                <a:lnTo>
                  <a:pt x="159706" y="411644"/>
                </a:lnTo>
                <a:lnTo>
                  <a:pt x="134198" y="450204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30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5"/>
                </a:lnTo>
                <a:lnTo>
                  <a:pt x="17745" y="740632"/>
                </a:lnTo>
                <a:lnTo>
                  <a:pt x="9981" y="784075"/>
                </a:lnTo>
                <a:lnTo>
                  <a:pt x="4436" y="827761"/>
                </a:lnTo>
                <a:lnTo>
                  <a:pt x="1109" y="871611"/>
                </a:lnTo>
                <a:lnTo>
                  <a:pt x="0" y="915542"/>
                </a:lnTo>
                <a:lnTo>
                  <a:pt x="1109" y="959473"/>
                </a:lnTo>
                <a:lnTo>
                  <a:pt x="4436" y="1003322"/>
                </a:lnTo>
                <a:lnTo>
                  <a:pt x="9981" y="1047009"/>
                </a:lnTo>
                <a:lnTo>
                  <a:pt x="17745" y="1090452"/>
                </a:lnTo>
                <a:lnTo>
                  <a:pt x="27726" y="1133569"/>
                </a:lnTo>
                <a:lnTo>
                  <a:pt x="39926" y="1176279"/>
                </a:lnTo>
                <a:lnTo>
                  <a:pt x="54344" y="1218501"/>
                </a:lnTo>
                <a:lnTo>
                  <a:pt x="70980" y="1260154"/>
                </a:lnTo>
                <a:lnTo>
                  <a:pt x="89835" y="1301155"/>
                </a:lnTo>
                <a:lnTo>
                  <a:pt x="110907" y="1341424"/>
                </a:lnTo>
                <a:lnTo>
                  <a:pt x="134198" y="1380880"/>
                </a:lnTo>
                <a:lnTo>
                  <a:pt x="159706" y="1419440"/>
                </a:lnTo>
                <a:lnTo>
                  <a:pt x="187433" y="1457023"/>
                </a:lnTo>
                <a:lnTo>
                  <a:pt x="217378" y="1493549"/>
                </a:lnTo>
                <a:lnTo>
                  <a:pt x="249541" y="1528936"/>
                </a:lnTo>
                <a:lnTo>
                  <a:pt x="283923" y="1563102"/>
                </a:lnTo>
                <a:lnTo>
                  <a:pt x="318973" y="1594629"/>
                </a:lnTo>
                <a:lnTo>
                  <a:pt x="355240" y="1624186"/>
                </a:lnTo>
                <a:lnTo>
                  <a:pt x="392646" y="1651772"/>
                </a:lnTo>
                <a:lnTo>
                  <a:pt x="431112" y="1677388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3"/>
                </a:lnTo>
                <a:lnTo>
                  <a:pt x="594009" y="1760147"/>
                </a:lnTo>
                <a:lnTo>
                  <a:pt x="636598" y="1775911"/>
                </a:lnTo>
                <a:lnTo>
                  <a:pt x="679777" y="1789704"/>
                </a:lnTo>
                <a:lnTo>
                  <a:pt x="723466" y="1801527"/>
                </a:lnTo>
                <a:lnTo>
                  <a:pt x="767587" y="1811379"/>
                </a:lnTo>
                <a:lnTo>
                  <a:pt x="812062" y="1819261"/>
                </a:lnTo>
                <a:lnTo>
                  <a:pt x="856811" y="1825172"/>
                </a:lnTo>
                <a:lnTo>
                  <a:pt x="901757" y="1829113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7" y="1829113"/>
                </a:lnTo>
                <a:lnTo>
                  <a:pt x="1081933" y="1825172"/>
                </a:lnTo>
                <a:lnTo>
                  <a:pt x="1126683" y="1819261"/>
                </a:lnTo>
                <a:lnTo>
                  <a:pt x="1171157" y="1811379"/>
                </a:lnTo>
                <a:lnTo>
                  <a:pt x="1215278" y="1801527"/>
                </a:lnTo>
                <a:lnTo>
                  <a:pt x="1258968" y="1789704"/>
                </a:lnTo>
                <a:lnTo>
                  <a:pt x="1302146" y="1775911"/>
                </a:lnTo>
                <a:lnTo>
                  <a:pt x="1344736" y="1760147"/>
                </a:lnTo>
                <a:lnTo>
                  <a:pt x="1386658" y="1742413"/>
                </a:lnTo>
                <a:lnTo>
                  <a:pt x="1427834" y="1722708"/>
                </a:lnTo>
                <a:lnTo>
                  <a:pt x="1468185" y="1701033"/>
                </a:lnTo>
                <a:lnTo>
                  <a:pt x="1507633" y="1677388"/>
                </a:lnTo>
                <a:lnTo>
                  <a:pt x="1546099" y="1651772"/>
                </a:lnTo>
                <a:lnTo>
                  <a:pt x="1583505" y="1624186"/>
                </a:lnTo>
                <a:lnTo>
                  <a:pt x="1619773" y="1594629"/>
                </a:lnTo>
                <a:lnTo>
                  <a:pt x="1654822" y="1563102"/>
                </a:lnTo>
                <a:lnTo>
                  <a:pt x="1689204" y="1528936"/>
                </a:lnTo>
                <a:lnTo>
                  <a:pt x="1721367" y="1493549"/>
                </a:lnTo>
                <a:lnTo>
                  <a:pt x="1751312" y="1457023"/>
                </a:lnTo>
                <a:lnTo>
                  <a:pt x="1779039" y="1419440"/>
                </a:lnTo>
                <a:lnTo>
                  <a:pt x="1804548" y="1380880"/>
                </a:lnTo>
                <a:lnTo>
                  <a:pt x="1827838" y="1341424"/>
                </a:lnTo>
                <a:lnTo>
                  <a:pt x="1848911" y="1301155"/>
                </a:lnTo>
                <a:lnTo>
                  <a:pt x="1867765" y="1260154"/>
                </a:lnTo>
                <a:lnTo>
                  <a:pt x="1884401" y="1218501"/>
                </a:lnTo>
                <a:lnTo>
                  <a:pt x="1898819" y="1176279"/>
                </a:lnTo>
                <a:lnTo>
                  <a:pt x="1911019" y="1133569"/>
                </a:lnTo>
                <a:lnTo>
                  <a:pt x="1921000" y="1090452"/>
                </a:lnTo>
                <a:lnTo>
                  <a:pt x="1928764" y="1047009"/>
                </a:lnTo>
                <a:lnTo>
                  <a:pt x="1934309" y="1003322"/>
                </a:lnTo>
                <a:lnTo>
                  <a:pt x="1937637" y="959473"/>
                </a:lnTo>
                <a:lnTo>
                  <a:pt x="1938746" y="915542"/>
                </a:lnTo>
                <a:lnTo>
                  <a:pt x="1937637" y="871611"/>
                </a:lnTo>
                <a:lnTo>
                  <a:pt x="1934309" y="827761"/>
                </a:lnTo>
                <a:lnTo>
                  <a:pt x="1928764" y="784075"/>
                </a:lnTo>
                <a:lnTo>
                  <a:pt x="1921000" y="740632"/>
                </a:lnTo>
                <a:lnTo>
                  <a:pt x="1911019" y="697515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30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4"/>
                </a:lnTo>
                <a:lnTo>
                  <a:pt x="1779039" y="411644"/>
                </a:lnTo>
                <a:lnTo>
                  <a:pt x="1751312" y="374060"/>
                </a:lnTo>
                <a:lnTo>
                  <a:pt x="1721367" y="337534"/>
                </a:lnTo>
                <a:lnTo>
                  <a:pt x="1689204" y="302148"/>
                </a:lnTo>
                <a:lnTo>
                  <a:pt x="1654822" y="267982"/>
                </a:lnTo>
                <a:lnTo>
                  <a:pt x="1619773" y="236455"/>
                </a:lnTo>
                <a:lnTo>
                  <a:pt x="1583505" y="206898"/>
                </a:lnTo>
                <a:lnTo>
                  <a:pt x="1546099" y="179311"/>
                </a:lnTo>
                <a:lnTo>
                  <a:pt x="1507633" y="153695"/>
                </a:lnTo>
                <a:lnTo>
                  <a:pt x="1468185" y="130050"/>
                </a:lnTo>
                <a:lnTo>
                  <a:pt x="1427834" y="108375"/>
                </a:lnTo>
                <a:lnTo>
                  <a:pt x="1386658" y="88670"/>
                </a:lnTo>
                <a:lnTo>
                  <a:pt x="1344736" y="70936"/>
                </a:lnTo>
                <a:lnTo>
                  <a:pt x="1302146" y="55172"/>
                </a:lnTo>
                <a:lnTo>
                  <a:pt x="1258968" y="41379"/>
                </a:lnTo>
                <a:lnTo>
                  <a:pt x="1215278" y="29556"/>
                </a:lnTo>
                <a:lnTo>
                  <a:pt x="1171157" y="19704"/>
                </a:lnTo>
                <a:lnTo>
                  <a:pt x="1126683" y="11822"/>
                </a:lnTo>
                <a:lnTo>
                  <a:pt x="1081933" y="5911"/>
                </a:lnTo>
                <a:lnTo>
                  <a:pt x="1036987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86147" y="7461735"/>
            <a:ext cx="135157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9" dirty="0">
                <a:solidFill>
                  <a:srgbClr val="FFFFFF"/>
                </a:solidFill>
                <a:latin typeface="Calibri"/>
                <a:cs typeface="Calibri"/>
              </a:rPr>
              <a:t>29EF426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86244" y="10934694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40">
                <a:moveTo>
                  <a:pt x="991924" y="0"/>
                </a:moveTo>
                <a:lnTo>
                  <a:pt x="946821" y="0"/>
                </a:lnTo>
                <a:lnTo>
                  <a:pt x="901757" y="1970"/>
                </a:lnTo>
                <a:lnTo>
                  <a:pt x="856811" y="5911"/>
                </a:lnTo>
                <a:lnTo>
                  <a:pt x="812062" y="11822"/>
                </a:lnTo>
                <a:lnTo>
                  <a:pt x="767587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60" y="130049"/>
                </a:lnTo>
                <a:lnTo>
                  <a:pt x="431112" y="153695"/>
                </a:lnTo>
                <a:lnTo>
                  <a:pt x="392646" y="179311"/>
                </a:lnTo>
                <a:lnTo>
                  <a:pt x="355240" y="206897"/>
                </a:lnTo>
                <a:lnTo>
                  <a:pt x="318973" y="236454"/>
                </a:lnTo>
                <a:lnTo>
                  <a:pt x="283923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8" y="450203"/>
                </a:lnTo>
                <a:lnTo>
                  <a:pt x="110907" y="489659"/>
                </a:lnTo>
                <a:lnTo>
                  <a:pt x="89835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5" y="1301154"/>
                </a:lnTo>
                <a:lnTo>
                  <a:pt x="110907" y="1341423"/>
                </a:lnTo>
                <a:lnTo>
                  <a:pt x="134198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3" y="1563101"/>
                </a:lnTo>
                <a:lnTo>
                  <a:pt x="318973" y="1594628"/>
                </a:lnTo>
                <a:lnTo>
                  <a:pt x="355240" y="1624185"/>
                </a:lnTo>
                <a:lnTo>
                  <a:pt x="392646" y="1651771"/>
                </a:lnTo>
                <a:lnTo>
                  <a:pt x="431112" y="1677387"/>
                </a:lnTo>
                <a:lnTo>
                  <a:pt x="470560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8" y="1775910"/>
                </a:lnTo>
                <a:lnTo>
                  <a:pt x="679777" y="1789703"/>
                </a:lnTo>
                <a:lnTo>
                  <a:pt x="723466" y="1801526"/>
                </a:lnTo>
                <a:lnTo>
                  <a:pt x="767587" y="1811378"/>
                </a:lnTo>
                <a:lnTo>
                  <a:pt x="812062" y="1819260"/>
                </a:lnTo>
                <a:lnTo>
                  <a:pt x="856811" y="1825171"/>
                </a:lnTo>
                <a:lnTo>
                  <a:pt x="901757" y="1829112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7" y="1829112"/>
                </a:lnTo>
                <a:lnTo>
                  <a:pt x="1081933" y="1825171"/>
                </a:lnTo>
                <a:lnTo>
                  <a:pt x="1126683" y="1819260"/>
                </a:lnTo>
                <a:lnTo>
                  <a:pt x="1171157" y="1811378"/>
                </a:lnTo>
                <a:lnTo>
                  <a:pt x="1215278" y="1801526"/>
                </a:lnTo>
                <a:lnTo>
                  <a:pt x="1258968" y="1789703"/>
                </a:lnTo>
                <a:lnTo>
                  <a:pt x="1302146" y="1775910"/>
                </a:lnTo>
                <a:lnTo>
                  <a:pt x="1344736" y="1760146"/>
                </a:lnTo>
                <a:lnTo>
                  <a:pt x="1386658" y="1742412"/>
                </a:lnTo>
                <a:lnTo>
                  <a:pt x="1427834" y="1722708"/>
                </a:lnTo>
                <a:lnTo>
                  <a:pt x="1468185" y="1701033"/>
                </a:lnTo>
                <a:lnTo>
                  <a:pt x="1507633" y="1677387"/>
                </a:lnTo>
                <a:lnTo>
                  <a:pt x="1546099" y="1651771"/>
                </a:lnTo>
                <a:lnTo>
                  <a:pt x="1583505" y="1624185"/>
                </a:lnTo>
                <a:lnTo>
                  <a:pt x="1619773" y="1594628"/>
                </a:lnTo>
                <a:lnTo>
                  <a:pt x="1654822" y="1563101"/>
                </a:lnTo>
                <a:lnTo>
                  <a:pt x="1689204" y="1528935"/>
                </a:lnTo>
                <a:lnTo>
                  <a:pt x="1721367" y="1493548"/>
                </a:lnTo>
                <a:lnTo>
                  <a:pt x="1751312" y="1457023"/>
                </a:lnTo>
                <a:lnTo>
                  <a:pt x="1779039" y="1419439"/>
                </a:lnTo>
                <a:lnTo>
                  <a:pt x="1804548" y="1380879"/>
                </a:lnTo>
                <a:lnTo>
                  <a:pt x="1827838" y="1341423"/>
                </a:lnTo>
                <a:lnTo>
                  <a:pt x="1848911" y="1301154"/>
                </a:lnTo>
                <a:lnTo>
                  <a:pt x="1867765" y="1260153"/>
                </a:lnTo>
                <a:lnTo>
                  <a:pt x="1884401" y="1218501"/>
                </a:lnTo>
                <a:lnTo>
                  <a:pt x="1898819" y="1176278"/>
                </a:lnTo>
                <a:lnTo>
                  <a:pt x="1911019" y="1133568"/>
                </a:lnTo>
                <a:lnTo>
                  <a:pt x="1921000" y="1090451"/>
                </a:lnTo>
                <a:lnTo>
                  <a:pt x="1928764" y="1047008"/>
                </a:lnTo>
                <a:lnTo>
                  <a:pt x="1934309" y="1003321"/>
                </a:lnTo>
                <a:lnTo>
                  <a:pt x="1937637" y="959472"/>
                </a:lnTo>
                <a:lnTo>
                  <a:pt x="1938746" y="915541"/>
                </a:lnTo>
                <a:lnTo>
                  <a:pt x="1937637" y="871610"/>
                </a:lnTo>
                <a:lnTo>
                  <a:pt x="1934309" y="827761"/>
                </a:lnTo>
                <a:lnTo>
                  <a:pt x="1928764" y="784074"/>
                </a:lnTo>
                <a:lnTo>
                  <a:pt x="1921000" y="740631"/>
                </a:lnTo>
                <a:lnTo>
                  <a:pt x="1911019" y="697514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29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3"/>
                </a:lnTo>
                <a:lnTo>
                  <a:pt x="1779039" y="411643"/>
                </a:lnTo>
                <a:lnTo>
                  <a:pt x="1751312" y="374059"/>
                </a:lnTo>
                <a:lnTo>
                  <a:pt x="1721367" y="337534"/>
                </a:lnTo>
                <a:lnTo>
                  <a:pt x="1689204" y="302147"/>
                </a:lnTo>
                <a:lnTo>
                  <a:pt x="1654822" y="267981"/>
                </a:lnTo>
                <a:lnTo>
                  <a:pt x="1619773" y="236454"/>
                </a:lnTo>
                <a:lnTo>
                  <a:pt x="1583505" y="206897"/>
                </a:lnTo>
                <a:lnTo>
                  <a:pt x="1546099" y="179311"/>
                </a:lnTo>
                <a:lnTo>
                  <a:pt x="1507633" y="153695"/>
                </a:lnTo>
                <a:lnTo>
                  <a:pt x="1468185" y="130049"/>
                </a:lnTo>
                <a:lnTo>
                  <a:pt x="1427834" y="108374"/>
                </a:lnTo>
                <a:lnTo>
                  <a:pt x="1386658" y="88670"/>
                </a:lnTo>
                <a:lnTo>
                  <a:pt x="1344736" y="70936"/>
                </a:lnTo>
                <a:lnTo>
                  <a:pt x="1302146" y="55172"/>
                </a:lnTo>
                <a:lnTo>
                  <a:pt x="1258968" y="41379"/>
                </a:lnTo>
                <a:lnTo>
                  <a:pt x="1215278" y="29556"/>
                </a:lnTo>
                <a:lnTo>
                  <a:pt x="1171157" y="19704"/>
                </a:lnTo>
                <a:lnTo>
                  <a:pt x="1126683" y="11822"/>
                </a:lnTo>
                <a:lnTo>
                  <a:pt x="1081933" y="5911"/>
                </a:lnTo>
                <a:lnTo>
                  <a:pt x="1036987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857261" y="11575724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21733" y="3581908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376951" y="0"/>
                </a:moveTo>
                <a:lnTo>
                  <a:pt x="376951" y="356010"/>
                </a:lnTo>
                <a:lnTo>
                  <a:pt x="0" y="356010"/>
                </a:lnTo>
                <a:lnTo>
                  <a:pt x="0" y="691078"/>
                </a:lnTo>
                <a:lnTo>
                  <a:pt x="376951" y="691078"/>
                </a:lnTo>
                <a:lnTo>
                  <a:pt x="376951" y="1047088"/>
                </a:lnTo>
                <a:lnTo>
                  <a:pt x="1047088" y="523544"/>
                </a:lnTo>
                <a:lnTo>
                  <a:pt x="376951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168358" y="3581908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0"/>
                </a:lnTo>
                <a:lnTo>
                  <a:pt x="670136" y="356010"/>
                </a:lnTo>
                <a:lnTo>
                  <a:pt x="67013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0608043" y="5482506"/>
            <a:ext cx="3654263" cy="5404766"/>
            <a:chOff x="8746018" y="4520529"/>
            <a:chExt cx="3013075" cy="4456430"/>
          </a:xfrm>
        </p:grpSpPr>
        <p:sp>
          <p:nvSpPr>
            <p:cNvPr id="10" name="object 10"/>
            <p:cNvSpPr/>
            <p:nvPr/>
          </p:nvSpPr>
          <p:spPr>
            <a:xfrm>
              <a:off x="10275348" y="7495612"/>
              <a:ext cx="11430" cy="1293495"/>
            </a:xfrm>
            <a:custGeom>
              <a:avLst/>
              <a:gdLst/>
              <a:ahLst/>
              <a:cxnLst/>
              <a:rect l="l" t="t" r="r" b="b"/>
              <a:pathLst>
                <a:path w="11429" h="1293495">
                  <a:moveTo>
                    <a:pt x="11227" y="0"/>
                  </a:moveTo>
                  <a:lnTo>
                    <a:pt x="227" y="1267153"/>
                  </a:lnTo>
                  <a:lnTo>
                    <a:pt x="0" y="129332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68776" y="8761839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5"/>
                  </a:lnTo>
                  <a:lnTo>
                    <a:pt x="213597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72196" y="4546706"/>
              <a:ext cx="906144" cy="906144"/>
            </a:xfrm>
            <a:custGeom>
              <a:avLst/>
              <a:gdLst/>
              <a:ahLst/>
              <a:cxnLst/>
              <a:rect l="l" t="t" r="r" b="b"/>
              <a:pathLst>
                <a:path w="906145" h="906145">
                  <a:moveTo>
                    <a:pt x="0" y="0"/>
                  </a:moveTo>
                  <a:lnTo>
                    <a:pt x="887432" y="887432"/>
                  </a:lnTo>
                  <a:lnTo>
                    <a:pt x="905942" y="905942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584107" y="5358618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63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26632" y="4546706"/>
              <a:ext cx="906144" cy="906144"/>
            </a:xfrm>
            <a:custGeom>
              <a:avLst/>
              <a:gdLst/>
              <a:ahLst/>
              <a:cxnLst/>
              <a:rect l="l" t="t" r="r" b="b"/>
              <a:pathLst>
                <a:path w="906145" h="906145">
                  <a:moveTo>
                    <a:pt x="905942" y="0"/>
                  </a:moveTo>
                  <a:lnTo>
                    <a:pt x="18510" y="887432"/>
                  </a:lnTo>
                  <a:lnTo>
                    <a:pt x="0" y="905942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94104" y="5358618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16" y="0"/>
                  </a:moveTo>
                  <a:lnTo>
                    <a:pt x="0" y="226563"/>
                  </a:lnTo>
                  <a:lnTo>
                    <a:pt x="226558" y="151042"/>
                  </a:lnTo>
                  <a:lnTo>
                    <a:pt x="7551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14787" y="3941383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06608" y="3941385"/>
            <a:ext cx="1125159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103" dirty="0">
                <a:solidFill>
                  <a:srgbClr val="FFFFFF"/>
                </a:solidFill>
                <a:latin typeface="Arial"/>
                <a:cs typeface="Arial"/>
              </a:rPr>
              <a:t>Anna*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137561" y="3581906"/>
            <a:ext cx="1269943" cy="1269943"/>
          </a:xfrm>
          <a:custGeom>
            <a:avLst/>
            <a:gdLst/>
            <a:ahLst/>
            <a:cxnLst/>
            <a:rect l="l" t="t" r="r" b="b"/>
            <a:pathLst>
              <a:path w="1047115" h="1047114">
                <a:moveTo>
                  <a:pt x="670136" y="0"/>
                </a:moveTo>
                <a:lnTo>
                  <a:pt x="0" y="523544"/>
                </a:lnTo>
                <a:lnTo>
                  <a:pt x="670136" y="1047088"/>
                </a:lnTo>
                <a:lnTo>
                  <a:pt x="670136" y="691078"/>
                </a:lnTo>
                <a:lnTo>
                  <a:pt x="1047088" y="691078"/>
                </a:lnTo>
                <a:lnTo>
                  <a:pt x="1047088" y="356010"/>
                </a:lnTo>
                <a:lnTo>
                  <a:pt x="670136" y="356010"/>
                </a:lnTo>
                <a:lnTo>
                  <a:pt x="670136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775798" y="3941383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922893" y="3106493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39">
                <a:moveTo>
                  <a:pt x="991924" y="0"/>
                </a:moveTo>
                <a:lnTo>
                  <a:pt x="946821" y="0"/>
                </a:lnTo>
                <a:lnTo>
                  <a:pt x="901758" y="1970"/>
                </a:lnTo>
                <a:lnTo>
                  <a:pt x="856812" y="5911"/>
                </a:lnTo>
                <a:lnTo>
                  <a:pt x="812062" y="11822"/>
                </a:lnTo>
                <a:lnTo>
                  <a:pt x="767588" y="19704"/>
                </a:lnTo>
                <a:lnTo>
                  <a:pt x="723466" y="29556"/>
                </a:lnTo>
                <a:lnTo>
                  <a:pt x="679777" y="41379"/>
                </a:lnTo>
                <a:lnTo>
                  <a:pt x="636598" y="55172"/>
                </a:lnTo>
                <a:lnTo>
                  <a:pt x="594009" y="70936"/>
                </a:lnTo>
                <a:lnTo>
                  <a:pt x="552087" y="88670"/>
                </a:lnTo>
                <a:lnTo>
                  <a:pt x="510911" y="108374"/>
                </a:lnTo>
                <a:lnTo>
                  <a:pt x="470559" y="130049"/>
                </a:lnTo>
                <a:lnTo>
                  <a:pt x="431111" y="153695"/>
                </a:lnTo>
                <a:lnTo>
                  <a:pt x="392645" y="179311"/>
                </a:lnTo>
                <a:lnTo>
                  <a:pt x="355239" y="206897"/>
                </a:lnTo>
                <a:lnTo>
                  <a:pt x="318972" y="236454"/>
                </a:lnTo>
                <a:lnTo>
                  <a:pt x="283922" y="267981"/>
                </a:lnTo>
                <a:lnTo>
                  <a:pt x="249541" y="302147"/>
                </a:lnTo>
                <a:lnTo>
                  <a:pt x="217378" y="337534"/>
                </a:lnTo>
                <a:lnTo>
                  <a:pt x="187433" y="374059"/>
                </a:lnTo>
                <a:lnTo>
                  <a:pt x="159706" y="411643"/>
                </a:lnTo>
                <a:lnTo>
                  <a:pt x="134197" y="450203"/>
                </a:lnTo>
                <a:lnTo>
                  <a:pt x="110907" y="489659"/>
                </a:lnTo>
                <a:lnTo>
                  <a:pt x="89834" y="529928"/>
                </a:lnTo>
                <a:lnTo>
                  <a:pt x="70980" y="570929"/>
                </a:lnTo>
                <a:lnTo>
                  <a:pt x="54344" y="612582"/>
                </a:lnTo>
                <a:lnTo>
                  <a:pt x="39926" y="654804"/>
                </a:lnTo>
                <a:lnTo>
                  <a:pt x="27726" y="697514"/>
                </a:lnTo>
                <a:lnTo>
                  <a:pt x="17745" y="740631"/>
                </a:lnTo>
                <a:lnTo>
                  <a:pt x="9981" y="784074"/>
                </a:lnTo>
                <a:lnTo>
                  <a:pt x="4436" y="827761"/>
                </a:lnTo>
                <a:lnTo>
                  <a:pt x="1109" y="871610"/>
                </a:lnTo>
                <a:lnTo>
                  <a:pt x="0" y="915541"/>
                </a:lnTo>
                <a:lnTo>
                  <a:pt x="1109" y="959472"/>
                </a:lnTo>
                <a:lnTo>
                  <a:pt x="4436" y="1003321"/>
                </a:lnTo>
                <a:lnTo>
                  <a:pt x="9981" y="1047008"/>
                </a:lnTo>
                <a:lnTo>
                  <a:pt x="17745" y="1090451"/>
                </a:lnTo>
                <a:lnTo>
                  <a:pt x="27726" y="1133568"/>
                </a:lnTo>
                <a:lnTo>
                  <a:pt x="39926" y="1176278"/>
                </a:lnTo>
                <a:lnTo>
                  <a:pt x="54344" y="1218501"/>
                </a:lnTo>
                <a:lnTo>
                  <a:pt x="70980" y="1260153"/>
                </a:lnTo>
                <a:lnTo>
                  <a:pt x="89834" y="1301154"/>
                </a:lnTo>
                <a:lnTo>
                  <a:pt x="110907" y="1341423"/>
                </a:lnTo>
                <a:lnTo>
                  <a:pt x="134197" y="1380879"/>
                </a:lnTo>
                <a:lnTo>
                  <a:pt x="159706" y="1419439"/>
                </a:lnTo>
                <a:lnTo>
                  <a:pt x="187433" y="1457023"/>
                </a:lnTo>
                <a:lnTo>
                  <a:pt x="217378" y="1493548"/>
                </a:lnTo>
                <a:lnTo>
                  <a:pt x="249541" y="1528935"/>
                </a:lnTo>
                <a:lnTo>
                  <a:pt x="283922" y="1563101"/>
                </a:lnTo>
                <a:lnTo>
                  <a:pt x="318972" y="1594628"/>
                </a:lnTo>
                <a:lnTo>
                  <a:pt x="355239" y="1624185"/>
                </a:lnTo>
                <a:lnTo>
                  <a:pt x="392645" y="1651771"/>
                </a:lnTo>
                <a:lnTo>
                  <a:pt x="431111" y="1677387"/>
                </a:lnTo>
                <a:lnTo>
                  <a:pt x="470559" y="1701033"/>
                </a:lnTo>
                <a:lnTo>
                  <a:pt x="510911" y="1722708"/>
                </a:lnTo>
                <a:lnTo>
                  <a:pt x="552087" y="1742412"/>
                </a:lnTo>
                <a:lnTo>
                  <a:pt x="594009" y="1760146"/>
                </a:lnTo>
                <a:lnTo>
                  <a:pt x="636598" y="1775910"/>
                </a:lnTo>
                <a:lnTo>
                  <a:pt x="679777" y="1789703"/>
                </a:lnTo>
                <a:lnTo>
                  <a:pt x="723466" y="1801526"/>
                </a:lnTo>
                <a:lnTo>
                  <a:pt x="767588" y="1811378"/>
                </a:lnTo>
                <a:lnTo>
                  <a:pt x="812062" y="1819260"/>
                </a:lnTo>
                <a:lnTo>
                  <a:pt x="856812" y="1825171"/>
                </a:lnTo>
                <a:lnTo>
                  <a:pt x="901758" y="1829112"/>
                </a:lnTo>
                <a:lnTo>
                  <a:pt x="946821" y="1831083"/>
                </a:lnTo>
                <a:lnTo>
                  <a:pt x="991924" y="1831083"/>
                </a:lnTo>
                <a:lnTo>
                  <a:pt x="1036988" y="1829112"/>
                </a:lnTo>
                <a:lnTo>
                  <a:pt x="1081934" y="1825171"/>
                </a:lnTo>
                <a:lnTo>
                  <a:pt x="1126683" y="1819260"/>
                </a:lnTo>
                <a:lnTo>
                  <a:pt x="1171158" y="1811378"/>
                </a:lnTo>
                <a:lnTo>
                  <a:pt x="1215279" y="1801526"/>
                </a:lnTo>
                <a:lnTo>
                  <a:pt x="1258968" y="1789703"/>
                </a:lnTo>
                <a:lnTo>
                  <a:pt x="1302147" y="1775910"/>
                </a:lnTo>
                <a:lnTo>
                  <a:pt x="1344737" y="1760146"/>
                </a:lnTo>
                <a:lnTo>
                  <a:pt x="1386659" y="1742412"/>
                </a:lnTo>
                <a:lnTo>
                  <a:pt x="1427834" y="1722708"/>
                </a:lnTo>
                <a:lnTo>
                  <a:pt x="1468186" y="1701033"/>
                </a:lnTo>
                <a:lnTo>
                  <a:pt x="1507634" y="1677387"/>
                </a:lnTo>
                <a:lnTo>
                  <a:pt x="1546100" y="1651771"/>
                </a:lnTo>
                <a:lnTo>
                  <a:pt x="1583506" y="1624185"/>
                </a:lnTo>
                <a:lnTo>
                  <a:pt x="1619773" y="1594628"/>
                </a:lnTo>
                <a:lnTo>
                  <a:pt x="1654823" y="1563101"/>
                </a:lnTo>
                <a:lnTo>
                  <a:pt x="1689204" y="1528935"/>
                </a:lnTo>
                <a:lnTo>
                  <a:pt x="1721367" y="1493548"/>
                </a:lnTo>
                <a:lnTo>
                  <a:pt x="1751312" y="1457023"/>
                </a:lnTo>
                <a:lnTo>
                  <a:pt x="1779039" y="1419439"/>
                </a:lnTo>
                <a:lnTo>
                  <a:pt x="1804548" y="1380879"/>
                </a:lnTo>
                <a:lnTo>
                  <a:pt x="1827838" y="1341423"/>
                </a:lnTo>
                <a:lnTo>
                  <a:pt x="1848911" y="1301154"/>
                </a:lnTo>
                <a:lnTo>
                  <a:pt x="1867765" y="1260153"/>
                </a:lnTo>
                <a:lnTo>
                  <a:pt x="1884401" y="1218501"/>
                </a:lnTo>
                <a:lnTo>
                  <a:pt x="1898819" y="1176278"/>
                </a:lnTo>
                <a:lnTo>
                  <a:pt x="1911019" y="1133568"/>
                </a:lnTo>
                <a:lnTo>
                  <a:pt x="1921001" y="1090451"/>
                </a:lnTo>
                <a:lnTo>
                  <a:pt x="1928764" y="1047008"/>
                </a:lnTo>
                <a:lnTo>
                  <a:pt x="1934310" y="1003321"/>
                </a:lnTo>
                <a:lnTo>
                  <a:pt x="1937637" y="959472"/>
                </a:lnTo>
                <a:lnTo>
                  <a:pt x="1938746" y="915541"/>
                </a:lnTo>
                <a:lnTo>
                  <a:pt x="1937637" y="871610"/>
                </a:lnTo>
                <a:lnTo>
                  <a:pt x="1934310" y="827761"/>
                </a:lnTo>
                <a:lnTo>
                  <a:pt x="1928764" y="784074"/>
                </a:lnTo>
                <a:lnTo>
                  <a:pt x="1921001" y="740631"/>
                </a:lnTo>
                <a:lnTo>
                  <a:pt x="1911019" y="697514"/>
                </a:lnTo>
                <a:lnTo>
                  <a:pt x="1898819" y="654804"/>
                </a:lnTo>
                <a:lnTo>
                  <a:pt x="1884401" y="612582"/>
                </a:lnTo>
                <a:lnTo>
                  <a:pt x="1867765" y="570929"/>
                </a:lnTo>
                <a:lnTo>
                  <a:pt x="1848911" y="529928"/>
                </a:lnTo>
                <a:lnTo>
                  <a:pt x="1827838" y="489659"/>
                </a:lnTo>
                <a:lnTo>
                  <a:pt x="1804548" y="450203"/>
                </a:lnTo>
                <a:lnTo>
                  <a:pt x="1779039" y="411643"/>
                </a:lnTo>
                <a:lnTo>
                  <a:pt x="1751312" y="374059"/>
                </a:lnTo>
                <a:lnTo>
                  <a:pt x="1721367" y="337534"/>
                </a:lnTo>
                <a:lnTo>
                  <a:pt x="1689204" y="302147"/>
                </a:lnTo>
                <a:lnTo>
                  <a:pt x="1654823" y="267981"/>
                </a:lnTo>
                <a:lnTo>
                  <a:pt x="1619773" y="236454"/>
                </a:lnTo>
                <a:lnTo>
                  <a:pt x="1583506" y="206897"/>
                </a:lnTo>
                <a:lnTo>
                  <a:pt x="1546100" y="179311"/>
                </a:lnTo>
                <a:lnTo>
                  <a:pt x="1507634" y="153695"/>
                </a:lnTo>
                <a:lnTo>
                  <a:pt x="1468186" y="130049"/>
                </a:lnTo>
                <a:lnTo>
                  <a:pt x="1427834" y="108374"/>
                </a:lnTo>
                <a:lnTo>
                  <a:pt x="1386659" y="88670"/>
                </a:lnTo>
                <a:lnTo>
                  <a:pt x="1344737" y="70936"/>
                </a:lnTo>
                <a:lnTo>
                  <a:pt x="1302147" y="55172"/>
                </a:lnTo>
                <a:lnTo>
                  <a:pt x="1258968" y="41379"/>
                </a:lnTo>
                <a:lnTo>
                  <a:pt x="1215279" y="29556"/>
                </a:lnTo>
                <a:lnTo>
                  <a:pt x="1171158" y="19704"/>
                </a:lnTo>
                <a:lnTo>
                  <a:pt x="1126683" y="11822"/>
                </a:lnTo>
                <a:lnTo>
                  <a:pt x="1081934" y="5911"/>
                </a:lnTo>
                <a:lnTo>
                  <a:pt x="1036988" y="1970"/>
                </a:lnTo>
                <a:lnTo>
                  <a:pt x="99192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422543" y="3746529"/>
            <a:ext cx="135234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73" dirty="0">
                <a:solidFill>
                  <a:srgbClr val="FFFFFF"/>
                </a:solidFill>
                <a:latin typeface="Calibri"/>
                <a:cs typeface="Calibri"/>
              </a:rPr>
              <a:t>4T57FAQ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428104" y="3106488"/>
            <a:ext cx="2351973" cy="2221051"/>
          </a:xfrm>
          <a:custGeom>
            <a:avLst/>
            <a:gdLst/>
            <a:ahLst/>
            <a:cxnLst/>
            <a:rect l="l" t="t" r="r" b="b"/>
            <a:pathLst>
              <a:path w="1939290" h="1831339">
                <a:moveTo>
                  <a:pt x="991777" y="0"/>
                </a:moveTo>
                <a:lnTo>
                  <a:pt x="946674" y="7"/>
                </a:lnTo>
                <a:lnTo>
                  <a:pt x="901610" y="1985"/>
                </a:lnTo>
                <a:lnTo>
                  <a:pt x="856665" y="5933"/>
                </a:lnTo>
                <a:lnTo>
                  <a:pt x="811917" y="11851"/>
                </a:lnTo>
                <a:lnTo>
                  <a:pt x="767443" y="19740"/>
                </a:lnTo>
                <a:lnTo>
                  <a:pt x="723323" y="29600"/>
                </a:lnTo>
                <a:lnTo>
                  <a:pt x="679636" y="41429"/>
                </a:lnTo>
                <a:lnTo>
                  <a:pt x="636459" y="55230"/>
                </a:lnTo>
                <a:lnTo>
                  <a:pt x="593872" y="71000"/>
                </a:lnTo>
                <a:lnTo>
                  <a:pt x="551952" y="88741"/>
                </a:lnTo>
                <a:lnTo>
                  <a:pt x="510779" y="108452"/>
                </a:lnTo>
                <a:lnTo>
                  <a:pt x="470431" y="130134"/>
                </a:lnTo>
                <a:lnTo>
                  <a:pt x="430987" y="153786"/>
                </a:lnTo>
                <a:lnTo>
                  <a:pt x="392524" y="179408"/>
                </a:lnTo>
                <a:lnTo>
                  <a:pt x="355122" y="207000"/>
                </a:lnTo>
                <a:lnTo>
                  <a:pt x="318859" y="236563"/>
                </a:lnTo>
                <a:lnTo>
                  <a:pt x="283814" y="268096"/>
                </a:lnTo>
                <a:lnTo>
                  <a:pt x="249439" y="302267"/>
                </a:lnTo>
                <a:lnTo>
                  <a:pt x="217282" y="337659"/>
                </a:lnTo>
                <a:lnTo>
                  <a:pt x="187343" y="374190"/>
                </a:lnTo>
                <a:lnTo>
                  <a:pt x="159623" y="411778"/>
                </a:lnTo>
                <a:lnTo>
                  <a:pt x="134120" y="450342"/>
                </a:lnTo>
                <a:lnTo>
                  <a:pt x="110837" y="489801"/>
                </a:lnTo>
                <a:lnTo>
                  <a:pt x="89771" y="530074"/>
                </a:lnTo>
                <a:lnTo>
                  <a:pt x="70924" y="571078"/>
                </a:lnTo>
                <a:lnTo>
                  <a:pt x="54294" y="612734"/>
                </a:lnTo>
                <a:lnTo>
                  <a:pt x="39883" y="654958"/>
                </a:lnTo>
                <a:lnTo>
                  <a:pt x="27691" y="697670"/>
                </a:lnTo>
                <a:lnTo>
                  <a:pt x="17716" y="740789"/>
                </a:lnTo>
                <a:lnTo>
                  <a:pt x="9960" y="784233"/>
                </a:lnTo>
                <a:lnTo>
                  <a:pt x="4422" y="827921"/>
                </a:lnTo>
                <a:lnTo>
                  <a:pt x="1101" y="871771"/>
                </a:lnTo>
                <a:lnTo>
                  <a:pt x="0" y="915702"/>
                </a:lnTo>
                <a:lnTo>
                  <a:pt x="1116" y="959633"/>
                </a:lnTo>
                <a:lnTo>
                  <a:pt x="4450" y="1003482"/>
                </a:lnTo>
                <a:lnTo>
                  <a:pt x="10002" y="1047168"/>
                </a:lnTo>
                <a:lnTo>
                  <a:pt x="17773" y="1090609"/>
                </a:lnTo>
                <a:lnTo>
                  <a:pt x="27761" y="1133725"/>
                </a:lnTo>
                <a:lnTo>
                  <a:pt x="39968" y="1176433"/>
                </a:lnTo>
                <a:lnTo>
                  <a:pt x="54392" y="1218653"/>
                </a:lnTo>
                <a:lnTo>
                  <a:pt x="71035" y="1260302"/>
                </a:lnTo>
                <a:lnTo>
                  <a:pt x="89896" y="1301301"/>
                </a:lnTo>
                <a:lnTo>
                  <a:pt x="110974" y="1341566"/>
                </a:lnTo>
                <a:lnTo>
                  <a:pt x="134271" y="1381018"/>
                </a:lnTo>
                <a:lnTo>
                  <a:pt x="159786" y="1419574"/>
                </a:lnTo>
                <a:lnTo>
                  <a:pt x="187518" y="1457153"/>
                </a:lnTo>
                <a:lnTo>
                  <a:pt x="217469" y="1493674"/>
                </a:lnTo>
                <a:lnTo>
                  <a:pt x="249637" y="1529055"/>
                </a:lnTo>
                <a:lnTo>
                  <a:pt x="284024" y="1563216"/>
                </a:lnTo>
                <a:lnTo>
                  <a:pt x="319079" y="1594737"/>
                </a:lnTo>
                <a:lnTo>
                  <a:pt x="355351" y="1624288"/>
                </a:lnTo>
                <a:lnTo>
                  <a:pt x="392762" y="1651868"/>
                </a:lnTo>
                <a:lnTo>
                  <a:pt x="431233" y="1677478"/>
                </a:lnTo>
                <a:lnTo>
                  <a:pt x="470685" y="1701117"/>
                </a:lnTo>
                <a:lnTo>
                  <a:pt x="511040" y="1722786"/>
                </a:lnTo>
                <a:lnTo>
                  <a:pt x="552220" y="1742484"/>
                </a:lnTo>
                <a:lnTo>
                  <a:pt x="594145" y="1760211"/>
                </a:lnTo>
                <a:lnTo>
                  <a:pt x="636737" y="1775968"/>
                </a:lnTo>
                <a:lnTo>
                  <a:pt x="679919" y="1789754"/>
                </a:lnTo>
                <a:lnTo>
                  <a:pt x="723610" y="1801570"/>
                </a:lnTo>
                <a:lnTo>
                  <a:pt x="767733" y="1811415"/>
                </a:lnTo>
                <a:lnTo>
                  <a:pt x="812209" y="1819289"/>
                </a:lnTo>
                <a:lnTo>
                  <a:pt x="856960" y="1825193"/>
                </a:lnTo>
                <a:lnTo>
                  <a:pt x="901907" y="1829127"/>
                </a:lnTo>
                <a:lnTo>
                  <a:pt x="946971" y="1831090"/>
                </a:lnTo>
                <a:lnTo>
                  <a:pt x="992074" y="1831083"/>
                </a:lnTo>
                <a:lnTo>
                  <a:pt x="1037137" y="1829105"/>
                </a:lnTo>
                <a:lnTo>
                  <a:pt x="1082083" y="1825157"/>
                </a:lnTo>
                <a:lnTo>
                  <a:pt x="1126832" y="1819238"/>
                </a:lnTo>
                <a:lnTo>
                  <a:pt x="1171305" y="1811349"/>
                </a:lnTo>
                <a:lnTo>
                  <a:pt x="1215425" y="1801490"/>
                </a:lnTo>
                <a:lnTo>
                  <a:pt x="1259113" y="1789660"/>
                </a:lnTo>
                <a:lnTo>
                  <a:pt x="1302289" y="1775860"/>
                </a:lnTo>
                <a:lnTo>
                  <a:pt x="1344877" y="1760089"/>
                </a:lnTo>
                <a:lnTo>
                  <a:pt x="1386796" y="1742348"/>
                </a:lnTo>
                <a:lnTo>
                  <a:pt x="1427969" y="1722637"/>
                </a:lnTo>
                <a:lnTo>
                  <a:pt x="1468318" y="1700956"/>
                </a:lnTo>
                <a:lnTo>
                  <a:pt x="1507762" y="1677304"/>
                </a:lnTo>
                <a:lnTo>
                  <a:pt x="1546225" y="1651682"/>
                </a:lnTo>
                <a:lnTo>
                  <a:pt x="1583627" y="1624089"/>
                </a:lnTo>
                <a:lnTo>
                  <a:pt x="1619890" y="1594527"/>
                </a:lnTo>
                <a:lnTo>
                  <a:pt x="1654935" y="1562994"/>
                </a:lnTo>
                <a:lnTo>
                  <a:pt x="1689310" y="1528822"/>
                </a:lnTo>
                <a:lnTo>
                  <a:pt x="1721467" y="1493430"/>
                </a:lnTo>
                <a:lnTo>
                  <a:pt x="1751406" y="1456900"/>
                </a:lnTo>
                <a:lnTo>
                  <a:pt x="1779126" y="1419311"/>
                </a:lnTo>
                <a:lnTo>
                  <a:pt x="1804628" y="1380747"/>
                </a:lnTo>
                <a:lnTo>
                  <a:pt x="1827912" y="1341288"/>
                </a:lnTo>
                <a:lnTo>
                  <a:pt x="1848978" y="1301015"/>
                </a:lnTo>
                <a:lnTo>
                  <a:pt x="1867825" y="1260011"/>
                </a:lnTo>
                <a:lnTo>
                  <a:pt x="1884454" y="1218356"/>
                </a:lnTo>
                <a:lnTo>
                  <a:pt x="1898865" y="1176131"/>
                </a:lnTo>
                <a:lnTo>
                  <a:pt x="1911058" y="1133419"/>
                </a:lnTo>
                <a:lnTo>
                  <a:pt x="1921032" y="1090300"/>
                </a:lnTo>
                <a:lnTo>
                  <a:pt x="1928788" y="1046857"/>
                </a:lnTo>
                <a:lnTo>
                  <a:pt x="1934326" y="1003169"/>
                </a:lnTo>
                <a:lnTo>
                  <a:pt x="1937646" y="959319"/>
                </a:lnTo>
                <a:lnTo>
                  <a:pt x="1938748" y="915388"/>
                </a:lnTo>
                <a:lnTo>
                  <a:pt x="1937632" y="871457"/>
                </a:lnTo>
                <a:lnTo>
                  <a:pt x="1934297" y="827608"/>
                </a:lnTo>
                <a:lnTo>
                  <a:pt x="1928744" y="783922"/>
                </a:lnTo>
                <a:lnTo>
                  <a:pt x="1920974" y="740481"/>
                </a:lnTo>
                <a:lnTo>
                  <a:pt x="1910985" y="697365"/>
                </a:lnTo>
                <a:lnTo>
                  <a:pt x="1898778" y="654657"/>
                </a:lnTo>
                <a:lnTo>
                  <a:pt x="1884352" y="612437"/>
                </a:lnTo>
                <a:lnTo>
                  <a:pt x="1867709" y="570787"/>
                </a:lnTo>
                <a:lnTo>
                  <a:pt x="1848848" y="529789"/>
                </a:lnTo>
                <a:lnTo>
                  <a:pt x="1827769" y="489523"/>
                </a:lnTo>
                <a:lnTo>
                  <a:pt x="1804472" y="450072"/>
                </a:lnTo>
                <a:lnTo>
                  <a:pt x="1778956" y="411516"/>
                </a:lnTo>
                <a:lnTo>
                  <a:pt x="1751223" y="373937"/>
                </a:lnTo>
                <a:lnTo>
                  <a:pt x="1721271" y="337416"/>
                </a:lnTo>
                <a:lnTo>
                  <a:pt x="1689102" y="302034"/>
                </a:lnTo>
                <a:lnTo>
                  <a:pt x="1654715" y="267874"/>
                </a:lnTo>
                <a:lnTo>
                  <a:pt x="1619660" y="236352"/>
                </a:lnTo>
                <a:lnTo>
                  <a:pt x="1583389" y="206801"/>
                </a:lnTo>
                <a:lnTo>
                  <a:pt x="1545979" y="179221"/>
                </a:lnTo>
                <a:lnTo>
                  <a:pt x="1507509" y="153611"/>
                </a:lnTo>
                <a:lnTo>
                  <a:pt x="1468057" y="129972"/>
                </a:lnTo>
                <a:lnTo>
                  <a:pt x="1427703" y="108304"/>
                </a:lnTo>
                <a:lnTo>
                  <a:pt x="1386524" y="88606"/>
                </a:lnTo>
                <a:lnTo>
                  <a:pt x="1344599" y="70879"/>
                </a:lnTo>
                <a:lnTo>
                  <a:pt x="1302007" y="55122"/>
                </a:lnTo>
                <a:lnTo>
                  <a:pt x="1258827" y="41336"/>
                </a:lnTo>
                <a:lnTo>
                  <a:pt x="1215136" y="29520"/>
                </a:lnTo>
                <a:lnTo>
                  <a:pt x="1171013" y="19675"/>
                </a:lnTo>
                <a:lnTo>
                  <a:pt x="1126537" y="11800"/>
                </a:lnTo>
                <a:lnTo>
                  <a:pt x="1081787" y="5896"/>
                </a:lnTo>
                <a:lnTo>
                  <a:pt x="1036841" y="1963"/>
                </a:lnTo>
                <a:lnTo>
                  <a:pt x="991777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971646" y="3752979"/>
            <a:ext cx="1264551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7HSH2G</a:t>
            </a:r>
            <a:endParaRPr sz="4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9706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29438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5395"/>
            <a:ext cx="10441703" cy="5098532"/>
          </a:xfrm>
          <a:prstGeom prst="rect">
            <a:avLst/>
          </a:prstGeom>
        </p:spPr>
        <p:txBody>
          <a:bodyPr vert="horz" wrap="square" lIns="0" tIns="20023" rIns="0" bIns="0" rtlCol="0" anchor="t">
            <a:spAutoFit/>
          </a:bodyPr>
          <a:lstStyle/>
          <a:p>
            <a:pPr marL="15240">
              <a:spcBef>
                <a:spcPts val="158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73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17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35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-30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35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70" dirty="0">
                <a:solidFill>
                  <a:srgbClr val="838787"/>
                </a:solidFill>
                <a:latin typeface="Arial"/>
                <a:cs typeface="Arial"/>
              </a:rPr>
              <a:t>merging</a:t>
            </a:r>
            <a:endParaRPr lang="en-US"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73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55" dirty="0">
                <a:solidFill>
                  <a:srgbClr val="838787"/>
                </a:solidFill>
                <a:latin typeface="Arial"/>
                <a:cs typeface="Arial"/>
              </a:rPr>
              <a:t>Titta</a:t>
            </a:r>
            <a:r>
              <a:rPr sz="35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33" dirty="0">
                <a:solidFill>
                  <a:srgbClr val="838787"/>
                </a:solidFill>
                <a:latin typeface="Arial"/>
                <a:cs typeface="Arial"/>
              </a:rPr>
              <a:t>på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09" dirty="0">
                <a:solidFill>
                  <a:srgbClr val="838787"/>
                </a:solidFill>
                <a:latin typeface="Arial"/>
                <a:cs typeface="Arial"/>
              </a:rPr>
              <a:t>guacamole.txt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308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20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97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67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55" dirty="0">
                <a:solidFill>
                  <a:srgbClr val="838787"/>
                </a:solidFill>
                <a:latin typeface="Arial"/>
                <a:cs typeface="Arial"/>
              </a:rPr>
              <a:t>Titta</a:t>
            </a:r>
            <a:r>
              <a:rPr sz="35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33" dirty="0">
                <a:solidFill>
                  <a:srgbClr val="838787"/>
                </a:solidFill>
                <a:latin typeface="Arial"/>
                <a:cs typeface="Arial"/>
              </a:rPr>
              <a:t>på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09" dirty="0">
                <a:solidFill>
                  <a:srgbClr val="838787"/>
                </a:solidFill>
                <a:latin typeface="Arial"/>
                <a:cs typeface="Arial"/>
              </a:rPr>
              <a:t>guacamole.txt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58" dirty="0">
                <a:solidFill>
                  <a:srgbClr val="838787"/>
                </a:solidFill>
                <a:latin typeface="Arial"/>
                <a:cs typeface="Arial"/>
              </a:rPr>
              <a:t>igen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73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308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20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46" dirty="0">
                <a:solidFill>
                  <a:srgbClr val="838787"/>
                </a:solidFill>
                <a:latin typeface="Arial"/>
                <a:cs typeface="Arial"/>
              </a:rPr>
              <a:t>merge</a:t>
            </a:r>
            <a:r>
              <a:rPr sz="3500" spc="-170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97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46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-55" dirty="0">
                <a:solidFill>
                  <a:srgbClr val="838787"/>
                </a:solidFill>
                <a:latin typeface="Arial"/>
                <a:cs typeface="Arial"/>
              </a:rPr>
              <a:t>Lös</a:t>
            </a:r>
            <a:r>
              <a:rPr sz="35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27" dirty="0">
                <a:solidFill>
                  <a:srgbClr val="838787"/>
                </a:solidFill>
                <a:latin typeface="Arial"/>
                <a:cs typeface="Arial"/>
              </a:rPr>
              <a:t>konflikt…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819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308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5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20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5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88" dirty="0">
                <a:solidFill>
                  <a:srgbClr val="838787"/>
                </a:solidFill>
                <a:latin typeface="Arial"/>
                <a:cs typeface="Arial"/>
              </a:rPr>
              <a:t>add</a:t>
            </a:r>
            <a:r>
              <a:rPr sz="3500" spc="-8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21" dirty="0">
                <a:solidFill>
                  <a:srgbClr val="838787"/>
                </a:solidFill>
                <a:latin typeface="Arial"/>
                <a:cs typeface="Arial"/>
              </a:rPr>
              <a:t>recept/guacamole.txt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64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308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206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5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164" dirty="0">
                <a:solidFill>
                  <a:srgbClr val="838787"/>
                </a:solidFill>
                <a:latin typeface="Arial"/>
                <a:cs typeface="Arial"/>
              </a:rPr>
              <a:t>commit</a:t>
            </a:r>
            <a:endParaRPr sz="35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5500" spc="-81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5500" spc="764" baseline="-4629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500" spc="18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3500" spc="-9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500" spc="67" dirty="0">
                <a:solidFill>
                  <a:srgbClr val="838787"/>
                </a:solidFill>
                <a:latin typeface="Arial"/>
                <a:cs typeface="Arial"/>
              </a:rPr>
              <a:t>hände?</a:t>
            </a:r>
            <a:endParaRPr sz="3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9648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4" y="1921872"/>
            <a:ext cx="614042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9689101" y="8626736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47964" y="8948161"/>
            <a:ext cx="116289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3" dirty="0">
                <a:solidFill>
                  <a:srgbClr val="FFFFFF"/>
                </a:solidFill>
                <a:latin typeface="Calibri"/>
                <a:cs typeface="Calibri"/>
              </a:rPr>
              <a:t>29EF42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689101" y="11567780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2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7"/>
                </a:lnTo>
                <a:lnTo>
                  <a:pt x="3070" y="719971"/>
                </a:lnTo>
                <a:lnTo>
                  <a:pt x="9210" y="763370"/>
                </a:lnTo>
                <a:lnTo>
                  <a:pt x="18421" y="806378"/>
                </a:lnTo>
                <a:lnTo>
                  <a:pt x="30702" y="848836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2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2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7"/>
                </a:lnTo>
                <a:lnTo>
                  <a:pt x="399569" y="1248051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1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1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1"/>
                </a:lnTo>
                <a:lnTo>
                  <a:pt x="1028192" y="1227747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2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2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6"/>
                </a:lnTo>
                <a:lnTo>
                  <a:pt x="1367133" y="806378"/>
                </a:lnTo>
                <a:lnTo>
                  <a:pt x="1376344" y="763370"/>
                </a:lnTo>
                <a:lnTo>
                  <a:pt x="1382484" y="719971"/>
                </a:lnTo>
                <a:lnTo>
                  <a:pt x="1385555" y="676337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2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24602" y="11896053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515133" y="3594791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43" y="0"/>
                </a:moveTo>
                <a:lnTo>
                  <a:pt x="269543" y="254569"/>
                </a:lnTo>
                <a:lnTo>
                  <a:pt x="0" y="254569"/>
                </a:lnTo>
                <a:lnTo>
                  <a:pt x="0" y="494162"/>
                </a:lnTo>
                <a:lnTo>
                  <a:pt x="269543" y="494162"/>
                </a:lnTo>
                <a:lnTo>
                  <a:pt x="269543" y="748732"/>
                </a:lnTo>
                <a:lnTo>
                  <a:pt x="748732" y="374365"/>
                </a:lnTo>
                <a:lnTo>
                  <a:pt x="269543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9647" y="6309861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479189" y="0"/>
                </a:moveTo>
                <a:lnTo>
                  <a:pt x="0" y="374365"/>
                </a:lnTo>
                <a:lnTo>
                  <a:pt x="479189" y="748732"/>
                </a:lnTo>
                <a:lnTo>
                  <a:pt x="479189" y="494162"/>
                </a:lnTo>
                <a:lnTo>
                  <a:pt x="748731" y="494162"/>
                </a:lnTo>
                <a:lnTo>
                  <a:pt x="748731" y="254568"/>
                </a:lnTo>
                <a:lnTo>
                  <a:pt x="479189" y="254568"/>
                </a:lnTo>
                <a:lnTo>
                  <a:pt x="479189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9194634" y="7659859"/>
            <a:ext cx="2631531" cy="3873750"/>
            <a:chOff x="7580610" y="6315838"/>
            <a:chExt cx="2169795" cy="3194050"/>
          </a:xfrm>
        </p:grpSpPr>
        <p:sp>
          <p:nvSpPr>
            <p:cNvPr id="10" name="object 10"/>
            <p:cNvSpPr/>
            <p:nvPr/>
          </p:nvSpPr>
          <p:spPr>
            <a:xfrm>
              <a:off x="8682097" y="8450664"/>
              <a:ext cx="7620" cy="871855"/>
            </a:xfrm>
            <a:custGeom>
              <a:avLst/>
              <a:gdLst/>
              <a:ahLst/>
              <a:cxnLst/>
              <a:rect l="l" t="t" r="r" b="b"/>
              <a:pathLst>
                <a:path w="7620" h="871854">
                  <a:moveTo>
                    <a:pt x="7564" y="0"/>
                  </a:moveTo>
                  <a:lnTo>
                    <a:pt x="227" y="845229"/>
                  </a:lnTo>
                  <a:lnTo>
                    <a:pt x="0" y="8714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5525" y="9294966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5"/>
                  </a:lnTo>
                  <a:lnTo>
                    <a:pt x="213597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06788" y="6342015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0" y="0"/>
                  </a:moveTo>
                  <a:lnTo>
                    <a:pt x="591530" y="591530"/>
                  </a:lnTo>
                  <a:lnTo>
                    <a:pt x="61004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22797" y="685802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62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13598" y="6342015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610040" y="0"/>
                  </a:moveTo>
                  <a:lnTo>
                    <a:pt x="18510" y="591530"/>
                  </a:lnTo>
                  <a:lnTo>
                    <a:pt x="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81066" y="685802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3"/>
                  </a:lnTo>
                  <a:lnTo>
                    <a:pt x="226563" y="151042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38617" y="3814786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01226" y="6441737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84061" y="3594791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43" y="0"/>
                </a:moveTo>
                <a:lnTo>
                  <a:pt x="269543" y="254569"/>
                </a:lnTo>
                <a:lnTo>
                  <a:pt x="0" y="254569"/>
                </a:lnTo>
                <a:lnTo>
                  <a:pt x="0" y="494162"/>
                </a:lnTo>
                <a:lnTo>
                  <a:pt x="269543" y="494162"/>
                </a:lnTo>
                <a:lnTo>
                  <a:pt x="269543" y="748732"/>
                </a:lnTo>
                <a:lnTo>
                  <a:pt x="748732" y="374365"/>
                </a:lnTo>
                <a:lnTo>
                  <a:pt x="269543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170729" y="3814786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99161" y="5970135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1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7"/>
                </a:lnTo>
                <a:lnTo>
                  <a:pt x="18421" y="502585"/>
                </a:lnTo>
                <a:lnTo>
                  <a:pt x="9210" y="545593"/>
                </a:lnTo>
                <a:lnTo>
                  <a:pt x="3070" y="588992"/>
                </a:lnTo>
                <a:lnTo>
                  <a:pt x="0" y="632626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6"/>
                </a:lnTo>
                <a:lnTo>
                  <a:pt x="1382484" y="588992"/>
                </a:lnTo>
                <a:lnTo>
                  <a:pt x="1376344" y="545593"/>
                </a:lnTo>
                <a:lnTo>
                  <a:pt x="1367133" y="502585"/>
                </a:lnTo>
                <a:lnTo>
                  <a:pt x="1354852" y="460127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1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490" y="6297318"/>
            <a:ext cx="113594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r>
              <a:rPr sz="4000" b="1" spc="-557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b="1" spc="-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220667" y="5970132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803" y="0"/>
                </a:moveTo>
                <a:lnTo>
                  <a:pt x="669533" y="7"/>
                </a:lnTo>
                <a:lnTo>
                  <a:pt x="623346" y="2915"/>
                </a:lnTo>
                <a:lnTo>
                  <a:pt x="577408" y="8724"/>
                </a:lnTo>
                <a:lnTo>
                  <a:pt x="531886" y="17433"/>
                </a:lnTo>
                <a:lnTo>
                  <a:pt x="486945" y="29042"/>
                </a:lnTo>
                <a:lnTo>
                  <a:pt x="442751" y="43552"/>
                </a:lnTo>
                <a:lnTo>
                  <a:pt x="399469" y="60963"/>
                </a:lnTo>
                <a:lnTo>
                  <a:pt x="357267" y="81273"/>
                </a:lnTo>
                <a:lnTo>
                  <a:pt x="316308" y="104484"/>
                </a:lnTo>
                <a:lnTo>
                  <a:pt x="276761" y="130596"/>
                </a:lnTo>
                <a:lnTo>
                  <a:pt x="238789" y="159608"/>
                </a:lnTo>
                <a:lnTo>
                  <a:pt x="202560" y="191520"/>
                </a:lnTo>
                <a:lnTo>
                  <a:pt x="168792" y="225757"/>
                </a:lnTo>
                <a:lnTo>
                  <a:pt x="138095" y="261638"/>
                </a:lnTo>
                <a:lnTo>
                  <a:pt x="110469" y="299008"/>
                </a:lnTo>
                <a:lnTo>
                  <a:pt x="85913" y="337710"/>
                </a:lnTo>
                <a:lnTo>
                  <a:pt x="64427" y="377587"/>
                </a:lnTo>
                <a:lnTo>
                  <a:pt x="46012" y="418481"/>
                </a:lnTo>
                <a:lnTo>
                  <a:pt x="30667" y="460237"/>
                </a:lnTo>
                <a:lnTo>
                  <a:pt x="18393" y="502698"/>
                </a:lnTo>
                <a:lnTo>
                  <a:pt x="9189" y="545706"/>
                </a:lnTo>
                <a:lnTo>
                  <a:pt x="3056" y="589106"/>
                </a:lnTo>
                <a:lnTo>
                  <a:pt x="8" y="632516"/>
                </a:lnTo>
                <a:lnTo>
                  <a:pt x="0" y="676453"/>
                </a:lnTo>
                <a:lnTo>
                  <a:pt x="3077" y="720087"/>
                </a:lnTo>
                <a:lnTo>
                  <a:pt x="9224" y="763485"/>
                </a:lnTo>
                <a:lnTo>
                  <a:pt x="18442" y="806490"/>
                </a:lnTo>
                <a:lnTo>
                  <a:pt x="30730" y="848947"/>
                </a:lnTo>
                <a:lnTo>
                  <a:pt x="46088" y="890698"/>
                </a:lnTo>
                <a:lnTo>
                  <a:pt x="64517" y="931587"/>
                </a:lnTo>
                <a:lnTo>
                  <a:pt x="86015" y="971456"/>
                </a:lnTo>
                <a:lnTo>
                  <a:pt x="110584" y="1010150"/>
                </a:lnTo>
                <a:lnTo>
                  <a:pt x="138222" y="1047511"/>
                </a:lnTo>
                <a:lnTo>
                  <a:pt x="168931" y="1083383"/>
                </a:lnTo>
                <a:lnTo>
                  <a:pt x="202710" y="1117609"/>
                </a:lnTo>
                <a:lnTo>
                  <a:pt x="238949" y="1149509"/>
                </a:lnTo>
                <a:lnTo>
                  <a:pt x="276930" y="1178509"/>
                </a:lnTo>
                <a:lnTo>
                  <a:pt x="316486" y="1204607"/>
                </a:lnTo>
                <a:lnTo>
                  <a:pt x="357452" y="1227805"/>
                </a:lnTo>
                <a:lnTo>
                  <a:pt x="399661" y="1248102"/>
                </a:lnTo>
                <a:lnTo>
                  <a:pt x="442948" y="1265499"/>
                </a:lnTo>
                <a:lnTo>
                  <a:pt x="487147" y="1279994"/>
                </a:lnTo>
                <a:lnTo>
                  <a:pt x="532092" y="1291589"/>
                </a:lnTo>
                <a:lnTo>
                  <a:pt x="577618" y="1300284"/>
                </a:lnTo>
                <a:lnTo>
                  <a:pt x="623557" y="1306078"/>
                </a:lnTo>
                <a:lnTo>
                  <a:pt x="669745" y="1308971"/>
                </a:lnTo>
                <a:lnTo>
                  <a:pt x="716015" y="1308963"/>
                </a:lnTo>
                <a:lnTo>
                  <a:pt x="762202" y="1306055"/>
                </a:lnTo>
                <a:lnTo>
                  <a:pt x="808139" y="1300247"/>
                </a:lnTo>
                <a:lnTo>
                  <a:pt x="853661" y="1291538"/>
                </a:lnTo>
                <a:lnTo>
                  <a:pt x="898603" y="1279928"/>
                </a:lnTo>
                <a:lnTo>
                  <a:pt x="942797" y="1265418"/>
                </a:lnTo>
                <a:lnTo>
                  <a:pt x="986078" y="1248008"/>
                </a:lnTo>
                <a:lnTo>
                  <a:pt x="1028281" y="1227697"/>
                </a:lnTo>
                <a:lnTo>
                  <a:pt x="1069239" y="1204486"/>
                </a:lnTo>
                <a:lnTo>
                  <a:pt x="1108787" y="1178374"/>
                </a:lnTo>
                <a:lnTo>
                  <a:pt x="1146759" y="1149363"/>
                </a:lnTo>
                <a:lnTo>
                  <a:pt x="1182988" y="1117451"/>
                </a:lnTo>
                <a:lnTo>
                  <a:pt x="1216755" y="1083214"/>
                </a:lnTo>
                <a:lnTo>
                  <a:pt x="1247453" y="1047332"/>
                </a:lnTo>
                <a:lnTo>
                  <a:pt x="1275079" y="1009962"/>
                </a:lnTo>
                <a:lnTo>
                  <a:pt x="1299635" y="971260"/>
                </a:lnTo>
                <a:lnTo>
                  <a:pt x="1321121" y="931384"/>
                </a:lnTo>
                <a:lnTo>
                  <a:pt x="1339536" y="890489"/>
                </a:lnTo>
                <a:lnTo>
                  <a:pt x="1354881" y="848733"/>
                </a:lnTo>
                <a:lnTo>
                  <a:pt x="1367156" y="806272"/>
                </a:lnTo>
                <a:lnTo>
                  <a:pt x="1376360" y="763263"/>
                </a:lnTo>
                <a:lnTo>
                  <a:pt x="1382494" y="719863"/>
                </a:lnTo>
                <a:lnTo>
                  <a:pt x="1385541" y="676453"/>
                </a:lnTo>
                <a:lnTo>
                  <a:pt x="1385550" y="632516"/>
                </a:lnTo>
                <a:lnTo>
                  <a:pt x="1382473" y="588883"/>
                </a:lnTo>
                <a:lnTo>
                  <a:pt x="1376325" y="545485"/>
                </a:lnTo>
                <a:lnTo>
                  <a:pt x="1367107" y="502479"/>
                </a:lnTo>
                <a:lnTo>
                  <a:pt x="1354819" y="460022"/>
                </a:lnTo>
                <a:lnTo>
                  <a:pt x="1339461" y="418271"/>
                </a:lnTo>
                <a:lnTo>
                  <a:pt x="1321033" y="377383"/>
                </a:lnTo>
                <a:lnTo>
                  <a:pt x="1299534" y="337513"/>
                </a:lnTo>
                <a:lnTo>
                  <a:pt x="1274965" y="298819"/>
                </a:lnTo>
                <a:lnTo>
                  <a:pt x="1247326" y="261458"/>
                </a:lnTo>
                <a:lnTo>
                  <a:pt x="1216617" y="225586"/>
                </a:lnTo>
                <a:lnTo>
                  <a:pt x="1182838" y="191361"/>
                </a:lnTo>
                <a:lnTo>
                  <a:pt x="1146598" y="159460"/>
                </a:lnTo>
                <a:lnTo>
                  <a:pt x="1108618" y="130461"/>
                </a:lnTo>
                <a:lnTo>
                  <a:pt x="1069061" y="104362"/>
                </a:lnTo>
                <a:lnTo>
                  <a:pt x="1028095" y="81164"/>
                </a:lnTo>
                <a:lnTo>
                  <a:pt x="985886" y="60867"/>
                </a:lnTo>
                <a:lnTo>
                  <a:pt x="942599" y="43471"/>
                </a:lnTo>
                <a:lnTo>
                  <a:pt x="898400" y="28975"/>
                </a:lnTo>
                <a:lnTo>
                  <a:pt x="853455" y="17381"/>
                </a:lnTo>
                <a:lnTo>
                  <a:pt x="807930" y="8686"/>
                </a:lnTo>
                <a:lnTo>
                  <a:pt x="761990" y="2893"/>
                </a:lnTo>
                <a:lnTo>
                  <a:pt x="715803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536876" y="6291050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689100" y="3313536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919518" y="3636154"/>
            <a:ext cx="121988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3G379H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04426" y="4913570"/>
            <a:ext cx="2985021" cy="945719"/>
            <a:chOff x="7423777" y="4051421"/>
            <a:chExt cx="2461260" cy="779780"/>
          </a:xfrm>
        </p:grpSpPr>
        <p:sp>
          <p:nvSpPr>
            <p:cNvPr id="27" name="object 27"/>
            <p:cNvSpPr/>
            <p:nvPr/>
          </p:nvSpPr>
          <p:spPr>
            <a:xfrm>
              <a:off x="7556310" y="4077598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29" h="621029">
                  <a:moveTo>
                    <a:pt x="620525" y="0"/>
                  </a:moveTo>
                  <a:lnTo>
                    <a:pt x="18510" y="602015"/>
                  </a:lnTo>
                  <a:lnTo>
                    <a:pt x="0" y="62052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23777" y="460409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2"/>
                  </a:lnTo>
                  <a:lnTo>
                    <a:pt x="226563" y="151042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54237" y="4089015"/>
              <a:ext cx="598170" cy="598170"/>
            </a:xfrm>
            <a:custGeom>
              <a:avLst/>
              <a:gdLst/>
              <a:ahLst/>
              <a:cxnLst/>
              <a:rect l="l" t="t" r="r" b="b"/>
              <a:pathLst>
                <a:path w="598170" h="598170">
                  <a:moveTo>
                    <a:pt x="0" y="0"/>
                  </a:moveTo>
                  <a:lnTo>
                    <a:pt x="579180" y="579180"/>
                  </a:lnTo>
                  <a:lnTo>
                    <a:pt x="597690" y="59769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57896" y="4592675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1"/>
                  </a:lnTo>
                  <a:lnTo>
                    <a:pt x="226563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3790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571628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70933"/>
            <a:ext cx="9382787" cy="2132295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27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64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5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6" dirty="0">
                <a:solidFill>
                  <a:srgbClr val="838787"/>
                </a:solidFill>
                <a:latin typeface="Arial"/>
                <a:cs typeface="Arial"/>
              </a:rPr>
              <a:t>merging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7" dirty="0">
                <a:solidFill>
                  <a:srgbClr val="838787"/>
                </a:solidFill>
                <a:latin typeface="Arial"/>
                <a:cs typeface="Arial"/>
              </a:rPr>
              <a:t>log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5237" y="7354963"/>
            <a:ext cx="15299486" cy="2132295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9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6" dirty="0">
                <a:solidFill>
                  <a:srgbClr val="838787"/>
                </a:solidFill>
                <a:latin typeface="Arial"/>
                <a:cs typeface="Arial"/>
              </a:rPr>
              <a:t>kommer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skillnaden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12" dirty="0">
                <a:solidFill>
                  <a:srgbClr val="838787"/>
                </a:solidFill>
                <a:latin typeface="Arial"/>
                <a:cs typeface="Arial"/>
              </a:rPr>
              <a:t>vara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8" dirty="0">
                <a:solidFill>
                  <a:srgbClr val="838787"/>
                </a:solidFill>
                <a:latin typeface="Arial"/>
                <a:cs typeface="Arial"/>
              </a:rPr>
              <a:t>på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7" dirty="0">
                <a:solidFill>
                  <a:srgbClr val="838787"/>
                </a:solidFill>
                <a:latin typeface="Arial"/>
                <a:cs typeface="Arial"/>
              </a:rPr>
              <a:t>denna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commit?</a:t>
            </a:r>
            <a:endParaRPr sz="4800">
              <a:latin typeface="Arial"/>
              <a:cs typeface="Arial"/>
            </a:endParaRPr>
          </a:p>
          <a:p>
            <a:pPr marL="15403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file-cat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8" dirty="0">
                <a:solidFill>
                  <a:srgbClr val="838787"/>
                </a:solidFill>
                <a:latin typeface="Arial"/>
                <a:cs typeface="Arial"/>
              </a:rPr>
              <a:t>-p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&lt;merge-commit-id&gt;</a:t>
            </a:r>
            <a:endParaRPr sz="4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25731" y="8545147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908" y="0"/>
                </a:moveTo>
                <a:lnTo>
                  <a:pt x="669638" y="0"/>
                </a:lnTo>
                <a:lnTo>
                  <a:pt x="623450" y="2900"/>
                </a:lnTo>
                <a:lnTo>
                  <a:pt x="577512" y="8701"/>
                </a:lnTo>
                <a:lnTo>
                  <a:pt x="531989" y="17403"/>
                </a:lnTo>
                <a:lnTo>
                  <a:pt x="487046" y="29005"/>
                </a:lnTo>
                <a:lnTo>
                  <a:pt x="442849" y="43508"/>
                </a:lnTo>
                <a:lnTo>
                  <a:pt x="399565" y="60911"/>
                </a:lnTo>
                <a:lnTo>
                  <a:pt x="357359" y="81215"/>
                </a:lnTo>
                <a:lnTo>
                  <a:pt x="316397" y="104420"/>
                </a:lnTo>
                <a:lnTo>
                  <a:pt x="276846" y="130525"/>
                </a:lnTo>
                <a:lnTo>
                  <a:pt x="238870" y="159530"/>
                </a:lnTo>
                <a:lnTo>
                  <a:pt x="202636" y="191436"/>
                </a:lnTo>
                <a:lnTo>
                  <a:pt x="168863" y="225668"/>
                </a:lnTo>
                <a:lnTo>
                  <a:pt x="138161" y="261545"/>
                </a:lnTo>
                <a:lnTo>
                  <a:pt x="110528" y="298910"/>
                </a:lnTo>
                <a:lnTo>
                  <a:pt x="85966" y="337608"/>
                </a:lnTo>
                <a:lnTo>
                  <a:pt x="64475" y="377481"/>
                </a:lnTo>
                <a:lnTo>
                  <a:pt x="46053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3" y="890590"/>
                </a:lnTo>
                <a:lnTo>
                  <a:pt x="64475" y="931482"/>
                </a:lnTo>
                <a:lnTo>
                  <a:pt x="85966" y="971355"/>
                </a:lnTo>
                <a:lnTo>
                  <a:pt x="110528" y="1010053"/>
                </a:lnTo>
                <a:lnTo>
                  <a:pt x="138161" y="1047418"/>
                </a:lnTo>
                <a:lnTo>
                  <a:pt x="168863" y="1083295"/>
                </a:lnTo>
                <a:lnTo>
                  <a:pt x="202636" y="1117526"/>
                </a:lnTo>
                <a:lnTo>
                  <a:pt x="238870" y="1149433"/>
                </a:lnTo>
                <a:lnTo>
                  <a:pt x="276846" y="1178438"/>
                </a:lnTo>
                <a:lnTo>
                  <a:pt x="316397" y="1204543"/>
                </a:lnTo>
                <a:lnTo>
                  <a:pt x="357359" y="1227748"/>
                </a:lnTo>
                <a:lnTo>
                  <a:pt x="399565" y="1248052"/>
                </a:lnTo>
                <a:lnTo>
                  <a:pt x="442849" y="1265455"/>
                </a:lnTo>
                <a:lnTo>
                  <a:pt x="487046" y="1279958"/>
                </a:lnTo>
                <a:lnTo>
                  <a:pt x="531989" y="1291560"/>
                </a:lnTo>
                <a:lnTo>
                  <a:pt x="577512" y="1300262"/>
                </a:lnTo>
                <a:lnTo>
                  <a:pt x="623450" y="1306063"/>
                </a:lnTo>
                <a:lnTo>
                  <a:pt x="669638" y="1308963"/>
                </a:lnTo>
                <a:lnTo>
                  <a:pt x="715908" y="1308963"/>
                </a:lnTo>
                <a:lnTo>
                  <a:pt x="762095" y="1306063"/>
                </a:lnTo>
                <a:lnTo>
                  <a:pt x="808033" y="1300262"/>
                </a:lnTo>
                <a:lnTo>
                  <a:pt x="853557" y="1291560"/>
                </a:lnTo>
                <a:lnTo>
                  <a:pt x="898500" y="1279958"/>
                </a:lnTo>
                <a:lnTo>
                  <a:pt x="942696" y="1265455"/>
                </a:lnTo>
                <a:lnTo>
                  <a:pt x="985980" y="1248052"/>
                </a:lnTo>
                <a:lnTo>
                  <a:pt x="1028186" y="1227748"/>
                </a:lnTo>
                <a:lnTo>
                  <a:pt x="1069148" y="1204543"/>
                </a:lnTo>
                <a:lnTo>
                  <a:pt x="1108700" y="1178438"/>
                </a:lnTo>
                <a:lnTo>
                  <a:pt x="1146676" y="1149433"/>
                </a:lnTo>
                <a:lnTo>
                  <a:pt x="1182910" y="1117526"/>
                </a:lnTo>
                <a:lnTo>
                  <a:pt x="1216684" y="1083295"/>
                </a:lnTo>
                <a:lnTo>
                  <a:pt x="1247387" y="1047418"/>
                </a:lnTo>
                <a:lnTo>
                  <a:pt x="1275020" y="1010053"/>
                </a:lnTo>
                <a:lnTo>
                  <a:pt x="1299583" y="971355"/>
                </a:lnTo>
                <a:lnTo>
                  <a:pt x="1321076" y="931482"/>
                </a:lnTo>
                <a:lnTo>
                  <a:pt x="1339498" y="890590"/>
                </a:lnTo>
                <a:lnTo>
                  <a:pt x="1354850" y="848837"/>
                </a:lnTo>
                <a:lnTo>
                  <a:pt x="1367131" y="806378"/>
                </a:lnTo>
                <a:lnTo>
                  <a:pt x="1376342" y="763371"/>
                </a:lnTo>
                <a:lnTo>
                  <a:pt x="1382483" y="719972"/>
                </a:lnTo>
                <a:lnTo>
                  <a:pt x="1385554" y="676338"/>
                </a:lnTo>
                <a:lnTo>
                  <a:pt x="1385554" y="632625"/>
                </a:lnTo>
                <a:lnTo>
                  <a:pt x="1382483" y="588991"/>
                </a:lnTo>
                <a:lnTo>
                  <a:pt x="1376342" y="545592"/>
                </a:lnTo>
                <a:lnTo>
                  <a:pt x="1367131" y="502585"/>
                </a:lnTo>
                <a:lnTo>
                  <a:pt x="1354850" y="460126"/>
                </a:lnTo>
                <a:lnTo>
                  <a:pt x="1339498" y="418373"/>
                </a:lnTo>
                <a:lnTo>
                  <a:pt x="1321076" y="377481"/>
                </a:lnTo>
                <a:lnTo>
                  <a:pt x="1299583" y="337608"/>
                </a:lnTo>
                <a:lnTo>
                  <a:pt x="1275020" y="298910"/>
                </a:lnTo>
                <a:lnTo>
                  <a:pt x="1247387" y="261545"/>
                </a:lnTo>
                <a:lnTo>
                  <a:pt x="1216684" y="225668"/>
                </a:lnTo>
                <a:lnTo>
                  <a:pt x="1182910" y="191436"/>
                </a:lnTo>
                <a:lnTo>
                  <a:pt x="1146676" y="159530"/>
                </a:lnTo>
                <a:lnTo>
                  <a:pt x="1108700" y="130525"/>
                </a:lnTo>
                <a:lnTo>
                  <a:pt x="1069148" y="104420"/>
                </a:lnTo>
                <a:lnTo>
                  <a:pt x="1028186" y="81215"/>
                </a:lnTo>
                <a:lnTo>
                  <a:pt x="985980" y="60911"/>
                </a:lnTo>
                <a:lnTo>
                  <a:pt x="942696" y="43508"/>
                </a:lnTo>
                <a:lnTo>
                  <a:pt x="898500" y="29005"/>
                </a:lnTo>
                <a:lnTo>
                  <a:pt x="853557" y="17403"/>
                </a:lnTo>
                <a:lnTo>
                  <a:pt x="808033" y="8701"/>
                </a:lnTo>
                <a:lnTo>
                  <a:pt x="762095" y="2900"/>
                </a:lnTo>
                <a:lnTo>
                  <a:pt x="71590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184596" y="8866575"/>
            <a:ext cx="116289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3" dirty="0">
                <a:solidFill>
                  <a:srgbClr val="FFFFFF"/>
                </a:solidFill>
                <a:latin typeface="Calibri"/>
                <a:cs typeface="Calibri"/>
              </a:rPr>
              <a:t>29EF42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925731" y="11486192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908" y="0"/>
                </a:moveTo>
                <a:lnTo>
                  <a:pt x="669638" y="0"/>
                </a:lnTo>
                <a:lnTo>
                  <a:pt x="623450" y="2900"/>
                </a:lnTo>
                <a:lnTo>
                  <a:pt x="577512" y="8701"/>
                </a:lnTo>
                <a:lnTo>
                  <a:pt x="531989" y="17403"/>
                </a:lnTo>
                <a:lnTo>
                  <a:pt x="487046" y="29005"/>
                </a:lnTo>
                <a:lnTo>
                  <a:pt x="442849" y="43508"/>
                </a:lnTo>
                <a:lnTo>
                  <a:pt x="399565" y="60911"/>
                </a:lnTo>
                <a:lnTo>
                  <a:pt x="357359" y="81215"/>
                </a:lnTo>
                <a:lnTo>
                  <a:pt x="316397" y="104420"/>
                </a:lnTo>
                <a:lnTo>
                  <a:pt x="276846" y="130525"/>
                </a:lnTo>
                <a:lnTo>
                  <a:pt x="238870" y="159530"/>
                </a:lnTo>
                <a:lnTo>
                  <a:pt x="202636" y="191436"/>
                </a:lnTo>
                <a:lnTo>
                  <a:pt x="168863" y="225668"/>
                </a:lnTo>
                <a:lnTo>
                  <a:pt x="138161" y="261545"/>
                </a:lnTo>
                <a:lnTo>
                  <a:pt x="110528" y="298910"/>
                </a:lnTo>
                <a:lnTo>
                  <a:pt x="85966" y="337608"/>
                </a:lnTo>
                <a:lnTo>
                  <a:pt x="64475" y="377481"/>
                </a:lnTo>
                <a:lnTo>
                  <a:pt x="46053" y="418372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3" y="890590"/>
                </a:lnTo>
                <a:lnTo>
                  <a:pt x="64475" y="931482"/>
                </a:lnTo>
                <a:lnTo>
                  <a:pt x="85966" y="971355"/>
                </a:lnTo>
                <a:lnTo>
                  <a:pt x="110528" y="1010052"/>
                </a:lnTo>
                <a:lnTo>
                  <a:pt x="138161" y="1047418"/>
                </a:lnTo>
                <a:lnTo>
                  <a:pt x="168863" y="1083295"/>
                </a:lnTo>
                <a:lnTo>
                  <a:pt x="202636" y="1117526"/>
                </a:lnTo>
                <a:lnTo>
                  <a:pt x="238870" y="1149432"/>
                </a:lnTo>
                <a:lnTo>
                  <a:pt x="276846" y="1178438"/>
                </a:lnTo>
                <a:lnTo>
                  <a:pt x="316397" y="1204543"/>
                </a:lnTo>
                <a:lnTo>
                  <a:pt x="357359" y="1227748"/>
                </a:lnTo>
                <a:lnTo>
                  <a:pt x="399565" y="1248052"/>
                </a:lnTo>
                <a:lnTo>
                  <a:pt x="442849" y="1265455"/>
                </a:lnTo>
                <a:lnTo>
                  <a:pt x="487046" y="1279958"/>
                </a:lnTo>
                <a:lnTo>
                  <a:pt x="531989" y="1291560"/>
                </a:lnTo>
                <a:lnTo>
                  <a:pt x="577512" y="1300262"/>
                </a:lnTo>
                <a:lnTo>
                  <a:pt x="623450" y="1306063"/>
                </a:lnTo>
                <a:lnTo>
                  <a:pt x="669638" y="1308963"/>
                </a:lnTo>
                <a:lnTo>
                  <a:pt x="715908" y="1308963"/>
                </a:lnTo>
                <a:lnTo>
                  <a:pt x="762095" y="1306063"/>
                </a:lnTo>
                <a:lnTo>
                  <a:pt x="808033" y="1300262"/>
                </a:lnTo>
                <a:lnTo>
                  <a:pt x="853557" y="1291560"/>
                </a:lnTo>
                <a:lnTo>
                  <a:pt x="898500" y="1279958"/>
                </a:lnTo>
                <a:lnTo>
                  <a:pt x="942696" y="1265455"/>
                </a:lnTo>
                <a:lnTo>
                  <a:pt x="985980" y="1248052"/>
                </a:lnTo>
                <a:lnTo>
                  <a:pt x="1028186" y="1227748"/>
                </a:lnTo>
                <a:lnTo>
                  <a:pt x="1069148" y="1204543"/>
                </a:lnTo>
                <a:lnTo>
                  <a:pt x="1108700" y="1178438"/>
                </a:lnTo>
                <a:lnTo>
                  <a:pt x="1146676" y="1149432"/>
                </a:lnTo>
                <a:lnTo>
                  <a:pt x="1182910" y="1117526"/>
                </a:lnTo>
                <a:lnTo>
                  <a:pt x="1216684" y="1083295"/>
                </a:lnTo>
                <a:lnTo>
                  <a:pt x="1247387" y="1047418"/>
                </a:lnTo>
                <a:lnTo>
                  <a:pt x="1275020" y="1010052"/>
                </a:lnTo>
                <a:lnTo>
                  <a:pt x="1299583" y="971355"/>
                </a:lnTo>
                <a:lnTo>
                  <a:pt x="1321076" y="931482"/>
                </a:lnTo>
                <a:lnTo>
                  <a:pt x="1339498" y="890590"/>
                </a:lnTo>
                <a:lnTo>
                  <a:pt x="1354850" y="848837"/>
                </a:lnTo>
                <a:lnTo>
                  <a:pt x="1367131" y="806378"/>
                </a:lnTo>
                <a:lnTo>
                  <a:pt x="1376342" y="763371"/>
                </a:lnTo>
                <a:lnTo>
                  <a:pt x="1382483" y="719972"/>
                </a:lnTo>
                <a:lnTo>
                  <a:pt x="1385554" y="676338"/>
                </a:lnTo>
                <a:lnTo>
                  <a:pt x="1385554" y="632625"/>
                </a:lnTo>
                <a:lnTo>
                  <a:pt x="1382483" y="588991"/>
                </a:lnTo>
                <a:lnTo>
                  <a:pt x="1376342" y="545592"/>
                </a:lnTo>
                <a:lnTo>
                  <a:pt x="1367131" y="502585"/>
                </a:lnTo>
                <a:lnTo>
                  <a:pt x="1354850" y="460126"/>
                </a:lnTo>
                <a:lnTo>
                  <a:pt x="1339498" y="418372"/>
                </a:lnTo>
                <a:lnTo>
                  <a:pt x="1321076" y="377481"/>
                </a:lnTo>
                <a:lnTo>
                  <a:pt x="1299583" y="337608"/>
                </a:lnTo>
                <a:lnTo>
                  <a:pt x="1275020" y="298910"/>
                </a:lnTo>
                <a:lnTo>
                  <a:pt x="1247387" y="261545"/>
                </a:lnTo>
                <a:lnTo>
                  <a:pt x="1216684" y="225668"/>
                </a:lnTo>
                <a:lnTo>
                  <a:pt x="1182910" y="191436"/>
                </a:lnTo>
                <a:lnTo>
                  <a:pt x="1146676" y="159530"/>
                </a:lnTo>
                <a:lnTo>
                  <a:pt x="1108700" y="130525"/>
                </a:lnTo>
                <a:lnTo>
                  <a:pt x="1069148" y="104420"/>
                </a:lnTo>
                <a:lnTo>
                  <a:pt x="1028186" y="81215"/>
                </a:lnTo>
                <a:lnTo>
                  <a:pt x="985980" y="60911"/>
                </a:lnTo>
                <a:lnTo>
                  <a:pt x="942696" y="43508"/>
                </a:lnTo>
                <a:lnTo>
                  <a:pt x="898500" y="29005"/>
                </a:lnTo>
                <a:lnTo>
                  <a:pt x="853557" y="17403"/>
                </a:lnTo>
                <a:lnTo>
                  <a:pt x="808033" y="8701"/>
                </a:lnTo>
                <a:lnTo>
                  <a:pt x="762095" y="2900"/>
                </a:lnTo>
                <a:lnTo>
                  <a:pt x="71590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161230" y="11814465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751754" y="3513203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52" y="0"/>
                </a:moveTo>
                <a:lnTo>
                  <a:pt x="269552" y="254568"/>
                </a:lnTo>
                <a:lnTo>
                  <a:pt x="0" y="254568"/>
                </a:lnTo>
                <a:lnTo>
                  <a:pt x="0" y="494162"/>
                </a:lnTo>
                <a:lnTo>
                  <a:pt x="269552" y="494162"/>
                </a:lnTo>
                <a:lnTo>
                  <a:pt x="269552" y="748732"/>
                </a:lnTo>
                <a:lnTo>
                  <a:pt x="748741" y="374365"/>
                </a:lnTo>
                <a:lnTo>
                  <a:pt x="269552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416276" y="6228272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479189" y="0"/>
                </a:moveTo>
                <a:lnTo>
                  <a:pt x="0" y="374366"/>
                </a:lnTo>
                <a:lnTo>
                  <a:pt x="479189" y="748733"/>
                </a:lnTo>
                <a:lnTo>
                  <a:pt x="479189" y="494164"/>
                </a:lnTo>
                <a:lnTo>
                  <a:pt x="748731" y="494164"/>
                </a:lnTo>
                <a:lnTo>
                  <a:pt x="748731" y="254569"/>
                </a:lnTo>
                <a:lnTo>
                  <a:pt x="479189" y="254569"/>
                </a:lnTo>
                <a:lnTo>
                  <a:pt x="479189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7431258" y="7578271"/>
            <a:ext cx="2631531" cy="3873750"/>
            <a:chOff x="14372012" y="6248565"/>
            <a:chExt cx="2169795" cy="3194050"/>
          </a:xfrm>
        </p:grpSpPr>
        <p:sp>
          <p:nvSpPr>
            <p:cNvPr id="12" name="object 12"/>
            <p:cNvSpPr/>
            <p:nvPr/>
          </p:nvSpPr>
          <p:spPr>
            <a:xfrm>
              <a:off x="15473503" y="8383391"/>
              <a:ext cx="7620" cy="871855"/>
            </a:xfrm>
            <a:custGeom>
              <a:avLst/>
              <a:gdLst/>
              <a:ahLst/>
              <a:cxnLst/>
              <a:rect l="l" t="t" r="r" b="b"/>
              <a:pathLst>
                <a:path w="7619" h="871854">
                  <a:moveTo>
                    <a:pt x="7564" y="0"/>
                  </a:moveTo>
                  <a:lnTo>
                    <a:pt x="227" y="845229"/>
                  </a:lnTo>
                  <a:lnTo>
                    <a:pt x="0" y="8714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66924" y="9227695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4" h="214629">
                  <a:moveTo>
                    <a:pt x="0" y="0"/>
                  </a:moveTo>
                  <a:lnTo>
                    <a:pt x="104949" y="214524"/>
                  </a:lnTo>
                  <a:lnTo>
                    <a:pt x="213606" y="1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398189" y="6274743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0" y="0"/>
                  </a:moveTo>
                  <a:lnTo>
                    <a:pt x="591530" y="591530"/>
                  </a:lnTo>
                  <a:lnTo>
                    <a:pt x="61004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14205" y="679075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151042" y="0"/>
                  </a:moveTo>
                  <a:lnTo>
                    <a:pt x="0" y="151042"/>
                  </a:lnTo>
                  <a:lnTo>
                    <a:pt x="226558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905005" y="6274743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610040" y="0"/>
                  </a:moveTo>
                  <a:lnTo>
                    <a:pt x="18510" y="591530"/>
                  </a:lnTo>
                  <a:lnTo>
                    <a:pt x="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772472" y="679075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75516" y="0"/>
                  </a:moveTo>
                  <a:lnTo>
                    <a:pt x="0" y="226563"/>
                  </a:lnTo>
                  <a:lnTo>
                    <a:pt x="226558" y="151042"/>
                  </a:lnTo>
                  <a:lnTo>
                    <a:pt x="7551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175238" y="3733199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637856" y="6360148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920691" y="3513203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41" y="0"/>
                </a:moveTo>
                <a:lnTo>
                  <a:pt x="269541" y="254568"/>
                </a:lnTo>
                <a:lnTo>
                  <a:pt x="0" y="254568"/>
                </a:lnTo>
                <a:lnTo>
                  <a:pt x="0" y="494162"/>
                </a:lnTo>
                <a:lnTo>
                  <a:pt x="269541" y="494162"/>
                </a:lnTo>
                <a:lnTo>
                  <a:pt x="269541" y="748732"/>
                </a:lnTo>
                <a:lnTo>
                  <a:pt x="748731" y="374365"/>
                </a:lnTo>
                <a:lnTo>
                  <a:pt x="269541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407357" y="3733199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235784" y="5888547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917" y="0"/>
                </a:moveTo>
                <a:lnTo>
                  <a:pt x="669647" y="0"/>
                </a:lnTo>
                <a:lnTo>
                  <a:pt x="623459" y="2900"/>
                </a:lnTo>
                <a:lnTo>
                  <a:pt x="577520" y="8701"/>
                </a:lnTo>
                <a:lnTo>
                  <a:pt x="531996" y="17403"/>
                </a:lnTo>
                <a:lnTo>
                  <a:pt x="487053" y="29005"/>
                </a:lnTo>
                <a:lnTo>
                  <a:pt x="442855" y="43508"/>
                </a:lnTo>
                <a:lnTo>
                  <a:pt x="399570" y="60911"/>
                </a:lnTo>
                <a:lnTo>
                  <a:pt x="357364" y="81215"/>
                </a:lnTo>
                <a:lnTo>
                  <a:pt x="316401" y="104420"/>
                </a:lnTo>
                <a:lnTo>
                  <a:pt x="276848" y="130525"/>
                </a:lnTo>
                <a:lnTo>
                  <a:pt x="238871" y="159530"/>
                </a:lnTo>
                <a:lnTo>
                  <a:pt x="202636" y="191436"/>
                </a:lnTo>
                <a:lnTo>
                  <a:pt x="168863" y="225668"/>
                </a:lnTo>
                <a:lnTo>
                  <a:pt x="138161" y="261545"/>
                </a:lnTo>
                <a:lnTo>
                  <a:pt x="110528" y="298910"/>
                </a:lnTo>
                <a:lnTo>
                  <a:pt x="85966" y="337608"/>
                </a:lnTo>
                <a:lnTo>
                  <a:pt x="64475" y="377481"/>
                </a:lnTo>
                <a:lnTo>
                  <a:pt x="46053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3" y="890590"/>
                </a:lnTo>
                <a:lnTo>
                  <a:pt x="64475" y="931482"/>
                </a:lnTo>
                <a:lnTo>
                  <a:pt x="85966" y="971355"/>
                </a:lnTo>
                <a:lnTo>
                  <a:pt x="110528" y="1010053"/>
                </a:lnTo>
                <a:lnTo>
                  <a:pt x="138161" y="1047418"/>
                </a:lnTo>
                <a:lnTo>
                  <a:pt x="168863" y="1083295"/>
                </a:lnTo>
                <a:lnTo>
                  <a:pt x="202636" y="1117526"/>
                </a:lnTo>
                <a:lnTo>
                  <a:pt x="238871" y="1149433"/>
                </a:lnTo>
                <a:lnTo>
                  <a:pt x="276848" y="1178438"/>
                </a:lnTo>
                <a:lnTo>
                  <a:pt x="316401" y="1204543"/>
                </a:lnTo>
                <a:lnTo>
                  <a:pt x="357364" y="1227748"/>
                </a:lnTo>
                <a:lnTo>
                  <a:pt x="399570" y="1248052"/>
                </a:lnTo>
                <a:lnTo>
                  <a:pt x="442855" y="1265455"/>
                </a:lnTo>
                <a:lnTo>
                  <a:pt x="487053" y="1279958"/>
                </a:lnTo>
                <a:lnTo>
                  <a:pt x="531996" y="1291560"/>
                </a:lnTo>
                <a:lnTo>
                  <a:pt x="577520" y="1300262"/>
                </a:lnTo>
                <a:lnTo>
                  <a:pt x="623459" y="1306063"/>
                </a:lnTo>
                <a:lnTo>
                  <a:pt x="669647" y="1308963"/>
                </a:lnTo>
                <a:lnTo>
                  <a:pt x="715917" y="1308963"/>
                </a:lnTo>
                <a:lnTo>
                  <a:pt x="762104" y="1306063"/>
                </a:lnTo>
                <a:lnTo>
                  <a:pt x="808043" y="1300262"/>
                </a:lnTo>
                <a:lnTo>
                  <a:pt x="853567" y="1291560"/>
                </a:lnTo>
                <a:lnTo>
                  <a:pt x="898510" y="1279958"/>
                </a:lnTo>
                <a:lnTo>
                  <a:pt x="942706" y="1265455"/>
                </a:lnTo>
                <a:lnTo>
                  <a:pt x="985991" y="1248052"/>
                </a:lnTo>
                <a:lnTo>
                  <a:pt x="1028197" y="1227748"/>
                </a:lnTo>
                <a:lnTo>
                  <a:pt x="1069158" y="1204543"/>
                </a:lnTo>
                <a:lnTo>
                  <a:pt x="1108710" y="1178438"/>
                </a:lnTo>
                <a:lnTo>
                  <a:pt x="1146686" y="1149433"/>
                </a:lnTo>
                <a:lnTo>
                  <a:pt x="1182920" y="1117526"/>
                </a:lnTo>
                <a:lnTo>
                  <a:pt x="1216693" y="1083295"/>
                </a:lnTo>
                <a:lnTo>
                  <a:pt x="1247395" y="1047418"/>
                </a:lnTo>
                <a:lnTo>
                  <a:pt x="1275027" y="1010053"/>
                </a:lnTo>
                <a:lnTo>
                  <a:pt x="1299589" y="971355"/>
                </a:lnTo>
                <a:lnTo>
                  <a:pt x="1321081" y="931482"/>
                </a:lnTo>
                <a:lnTo>
                  <a:pt x="1339503" y="890590"/>
                </a:lnTo>
                <a:lnTo>
                  <a:pt x="1354854" y="848837"/>
                </a:lnTo>
                <a:lnTo>
                  <a:pt x="1367135" y="806378"/>
                </a:lnTo>
                <a:lnTo>
                  <a:pt x="1376345" y="763371"/>
                </a:lnTo>
                <a:lnTo>
                  <a:pt x="1382486" y="719972"/>
                </a:lnTo>
                <a:lnTo>
                  <a:pt x="1385556" y="676338"/>
                </a:lnTo>
                <a:lnTo>
                  <a:pt x="1385556" y="632625"/>
                </a:lnTo>
                <a:lnTo>
                  <a:pt x="1382486" y="588991"/>
                </a:lnTo>
                <a:lnTo>
                  <a:pt x="1376345" y="545592"/>
                </a:lnTo>
                <a:lnTo>
                  <a:pt x="1367135" y="502585"/>
                </a:lnTo>
                <a:lnTo>
                  <a:pt x="1354854" y="460126"/>
                </a:lnTo>
                <a:lnTo>
                  <a:pt x="1339503" y="418373"/>
                </a:lnTo>
                <a:lnTo>
                  <a:pt x="1321081" y="377481"/>
                </a:lnTo>
                <a:lnTo>
                  <a:pt x="1299589" y="337608"/>
                </a:lnTo>
                <a:lnTo>
                  <a:pt x="1275027" y="298910"/>
                </a:lnTo>
                <a:lnTo>
                  <a:pt x="1247395" y="261545"/>
                </a:lnTo>
                <a:lnTo>
                  <a:pt x="1216693" y="225668"/>
                </a:lnTo>
                <a:lnTo>
                  <a:pt x="1182920" y="191436"/>
                </a:lnTo>
                <a:lnTo>
                  <a:pt x="1146686" y="159530"/>
                </a:lnTo>
                <a:lnTo>
                  <a:pt x="1108710" y="130525"/>
                </a:lnTo>
                <a:lnTo>
                  <a:pt x="1069158" y="104420"/>
                </a:lnTo>
                <a:lnTo>
                  <a:pt x="1028197" y="81215"/>
                </a:lnTo>
                <a:lnTo>
                  <a:pt x="985991" y="60911"/>
                </a:lnTo>
                <a:lnTo>
                  <a:pt x="942706" y="43508"/>
                </a:lnTo>
                <a:lnTo>
                  <a:pt x="898510" y="29005"/>
                </a:lnTo>
                <a:lnTo>
                  <a:pt x="853567" y="17403"/>
                </a:lnTo>
                <a:lnTo>
                  <a:pt x="808043" y="8701"/>
                </a:lnTo>
                <a:lnTo>
                  <a:pt x="762104" y="2900"/>
                </a:lnTo>
                <a:lnTo>
                  <a:pt x="715917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6508111" y="6215729"/>
            <a:ext cx="113594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r>
              <a:rPr sz="4000" b="1" spc="-557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b="1" spc="-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457294" y="5888543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803" y="0"/>
                </a:moveTo>
                <a:lnTo>
                  <a:pt x="669533" y="7"/>
                </a:lnTo>
                <a:lnTo>
                  <a:pt x="623347" y="2915"/>
                </a:lnTo>
                <a:lnTo>
                  <a:pt x="577409" y="8723"/>
                </a:lnTo>
                <a:lnTo>
                  <a:pt x="531887" y="17432"/>
                </a:lnTo>
                <a:lnTo>
                  <a:pt x="486946" y="29042"/>
                </a:lnTo>
                <a:lnTo>
                  <a:pt x="442752" y="43552"/>
                </a:lnTo>
                <a:lnTo>
                  <a:pt x="399471" y="60962"/>
                </a:lnTo>
                <a:lnTo>
                  <a:pt x="357268" y="81273"/>
                </a:lnTo>
                <a:lnTo>
                  <a:pt x="316310" y="104484"/>
                </a:lnTo>
                <a:lnTo>
                  <a:pt x="276763" y="130595"/>
                </a:lnTo>
                <a:lnTo>
                  <a:pt x="238792" y="159607"/>
                </a:lnTo>
                <a:lnTo>
                  <a:pt x="202563" y="191519"/>
                </a:lnTo>
                <a:lnTo>
                  <a:pt x="168794" y="225756"/>
                </a:lnTo>
                <a:lnTo>
                  <a:pt x="138097" y="261638"/>
                </a:lnTo>
                <a:lnTo>
                  <a:pt x="110470" y="299008"/>
                </a:lnTo>
                <a:lnTo>
                  <a:pt x="85913" y="337710"/>
                </a:lnTo>
                <a:lnTo>
                  <a:pt x="64427" y="377586"/>
                </a:lnTo>
                <a:lnTo>
                  <a:pt x="46012" y="418481"/>
                </a:lnTo>
                <a:lnTo>
                  <a:pt x="30667" y="460237"/>
                </a:lnTo>
                <a:lnTo>
                  <a:pt x="18393" y="502698"/>
                </a:lnTo>
                <a:lnTo>
                  <a:pt x="9189" y="545706"/>
                </a:lnTo>
                <a:lnTo>
                  <a:pt x="3055" y="589106"/>
                </a:lnTo>
                <a:lnTo>
                  <a:pt x="8" y="632517"/>
                </a:lnTo>
                <a:lnTo>
                  <a:pt x="0" y="676453"/>
                </a:lnTo>
                <a:lnTo>
                  <a:pt x="3077" y="720087"/>
                </a:lnTo>
                <a:lnTo>
                  <a:pt x="9225" y="763485"/>
                </a:lnTo>
                <a:lnTo>
                  <a:pt x="18443" y="806491"/>
                </a:lnTo>
                <a:lnTo>
                  <a:pt x="30731" y="848947"/>
                </a:lnTo>
                <a:lnTo>
                  <a:pt x="46089" y="890698"/>
                </a:lnTo>
                <a:lnTo>
                  <a:pt x="64517" y="931587"/>
                </a:lnTo>
                <a:lnTo>
                  <a:pt x="86016" y="971457"/>
                </a:lnTo>
                <a:lnTo>
                  <a:pt x="110584" y="1010150"/>
                </a:lnTo>
                <a:lnTo>
                  <a:pt x="138223" y="1047511"/>
                </a:lnTo>
                <a:lnTo>
                  <a:pt x="168931" y="1083383"/>
                </a:lnTo>
                <a:lnTo>
                  <a:pt x="202709" y="1117609"/>
                </a:lnTo>
                <a:lnTo>
                  <a:pt x="238949" y="1149510"/>
                </a:lnTo>
                <a:lnTo>
                  <a:pt x="276929" y="1178509"/>
                </a:lnTo>
                <a:lnTo>
                  <a:pt x="316485" y="1204608"/>
                </a:lnTo>
                <a:lnTo>
                  <a:pt x="357451" y="1227806"/>
                </a:lnTo>
                <a:lnTo>
                  <a:pt x="399660" y="1248103"/>
                </a:lnTo>
                <a:lnTo>
                  <a:pt x="442947" y="1265499"/>
                </a:lnTo>
                <a:lnTo>
                  <a:pt x="487146" y="1279995"/>
                </a:lnTo>
                <a:lnTo>
                  <a:pt x="532091" y="1291590"/>
                </a:lnTo>
                <a:lnTo>
                  <a:pt x="577616" y="1300284"/>
                </a:lnTo>
                <a:lnTo>
                  <a:pt x="623555" y="1306078"/>
                </a:lnTo>
                <a:lnTo>
                  <a:pt x="669743" y="1308971"/>
                </a:lnTo>
                <a:lnTo>
                  <a:pt x="716013" y="1308964"/>
                </a:lnTo>
                <a:lnTo>
                  <a:pt x="762199" y="1306056"/>
                </a:lnTo>
                <a:lnTo>
                  <a:pt x="808137" y="1300247"/>
                </a:lnTo>
                <a:lnTo>
                  <a:pt x="853659" y="1291538"/>
                </a:lnTo>
                <a:lnTo>
                  <a:pt x="898600" y="1279929"/>
                </a:lnTo>
                <a:lnTo>
                  <a:pt x="942794" y="1265419"/>
                </a:lnTo>
                <a:lnTo>
                  <a:pt x="986075" y="1248008"/>
                </a:lnTo>
                <a:lnTo>
                  <a:pt x="1028278" y="1227697"/>
                </a:lnTo>
                <a:lnTo>
                  <a:pt x="1069236" y="1204486"/>
                </a:lnTo>
                <a:lnTo>
                  <a:pt x="1108783" y="1178375"/>
                </a:lnTo>
                <a:lnTo>
                  <a:pt x="1146754" y="1149363"/>
                </a:lnTo>
                <a:lnTo>
                  <a:pt x="1182983" y="1117451"/>
                </a:lnTo>
                <a:lnTo>
                  <a:pt x="1216752" y="1083214"/>
                </a:lnTo>
                <a:lnTo>
                  <a:pt x="1247449" y="1047332"/>
                </a:lnTo>
                <a:lnTo>
                  <a:pt x="1275076" y="1009962"/>
                </a:lnTo>
                <a:lnTo>
                  <a:pt x="1299633" y="971261"/>
                </a:lnTo>
                <a:lnTo>
                  <a:pt x="1321119" y="931384"/>
                </a:lnTo>
                <a:lnTo>
                  <a:pt x="1339534" y="890489"/>
                </a:lnTo>
                <a:lnTo>
                  <a:pt x="1354879" y="848733"/>
                </a:lnTo>
                <a:lnTo>
                  <a:pt x="1367153" y="806273"/>
                </a:lnTo>
                <a:lnTo>
                  <a:pt x="1376357" y="763264"/>
                </a:lnTo>
                <a:lnTo>
                  <a:pt x="1382490" y="719864"/>
                </a:lnTo>
                <a:lnTo>
                  <a:pt x="1385538" y="676453"/>
                </a:lnTo>
                <a:lnTo>
                  <a:pt x="1385546" y="632517"/>
                </a:lnTo>
                <a:lnTo>
                  <a:pt x="1382469" y="588883"/>
                </a:lnTo>
                <a:lnTo>
                  <a:pt x="1376321" y="545485"/>
                </a:lnTo>
                <a:lnTo>
                  <a:pt x="1367103" y="502480"/>
                </a:lnTo>
                <a:lnTo>
                  <a:pt x="1354815" y="460023"/>
                </a:lnTo>
                <a:lnTo>
                  <a:pt x="1339457" y="418272"/>
                </a:lnTo>
                <a:lnTo>
                  <a:pt x="1321029" y="377383"/>
                </a:lnTo>
                <a:lnTo>
                  <a:pt x="1299530" y="337514"/>
                </a:lnTo>
                <a:lnTo>
                  <a:pt x="1274962" y="298820"/>
                </a:lnTo>
                <a:lnTo>
                  <a:pt x="1247323" y="261459"/>
                </a:lnTo>
                <a:lnTo>
                  <a:pt x="1216615" y="225587"/>
                </a:lnTo>
                <a:lnTo>
                  <a:pt x="1182837" y="191361"/>
                </a:lnTo>
                <a:lnTo>
                  <a:pt x="1146597" y="159461"/>
                </a:lnTo>
                <a:lnTo>
                  <a:pt x="1108617" y="130461"/>
                </a:lnTo>
                <a:lnTo>
                  <a:pt x="1069061" y="104363"/>
                </a:lnTo>
                <a:lnTo>
                  <a:pt x="1028095" y="81165"/>
                </a:lnTo>
                <a:lnTo>
                  <a:pt x="985886" y="60868"/>
                </a:lnTo>
                <a:lnTo>
                  <a:pt x="942599" y="43471"/>
                </a:lnTo>
                <a:lnTo>
                  <a:pt x="898400" y="28976"/>
                </a:lnTo>
                <a:lnTo>
                  <a:pt x="853455" y="17381"/>
                </a:lnTo>
                <a:lnTo>
                  <a:pt x="807930" y="8686"/>
                </a:lnTo>
                <a:lnTo>
                  <a:pt x="761991" y="2893"/>
                </a:lnTo>
                <a:lnTo>
                  <a:pt x="715803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773502" y="6209462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925731" y="3231948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908" y="0"/>
                </a:moveTo>
                <a:lnTo>
                  <a:pt x="669638" y="0"/>
                </a:lnTo>
                <a:lnTo>
                  <a:pt x="623450" y="2900"/>
                </a:lnTo>
                <a:lnTo>
                  <a:pt x="577512" y="8701"/>
                </a:lnTo>
                <a:lnTo>
                  <a:pt x="531989" y="17403"/>
                </a:lnTo>
                <a:lnTo>
                  <a:pt x="487046" y="29005"/>
                </a:lnTo>
                <a:lnTo>
                  <a:pt x="442849" y="43508"/>
                </a:lnTo>
                <a:lnTo>
                  <a:pt x="399565" y="60911"/>
                </a:lnTo>
                <a:lnTo>
                  <a:pt x="357359" y="81215"/>
                </a:lnTo>
                <a:lnTo>
                  <a:pt x="316397" y="104420"/>
                </a:lnTo>
                <a:lnTo>
                  <a:pt x="276846" y="130525"/>
                </a:lnTo>
                <a:lnTo>
                  <a:pt x="238870" y="159530"/>
                </a:lnTo>
                <a:lnTo>
                  <a:pt x="202636" y="191436"/>
                </a:lnTo>
                <a:lnTo>
                  <a:pt x="168863" y="225668"/>
                </a:lnTo>
                <a:lnTo>
                  <a:pt x="138161" y="261545"/>
                </a:lnTo>
                <a:lnTo>
                  <a:pt x="110528" y="298911"/>
                </a:lnTo>
                <a:lnTo>
                  <a:pt x="85966" y="337608"/>
                </a:lnTo>
                <a:lnTo>
                  <a:pt x="64475" y="377481"/>
                </a:lnTo>
                <a:lnTo>
                  <a:pt x="46053" y="418373"/>
                </a:lnTo>
                <a:lnTo>
                  <a:pt x="30702" y="460127"/>
                </a:lnTo>
                <a:lnTo>
                  <a:pt x="18421" y="502585"/>
                </a:lnTo>
                <a:lnTo>
                  <a:pt x="9210" y="545593"/>
                </a:lnTo>
                <a:lnTo>
                  <a:pt x="3070" y="588992"/>
                </a:lnTo>
                <a:lnTo>
                  <a:pt x="0" y="632626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3" y="890590"/>
                </a:lnTo>
                <a:lnTo>
                  <a:pt x="64475" y="931482"/>
                </a:lnTo>
                <a:lnTo>
                  <a:pt x="85966" y="971355"/>
                </a:lnTo>
                <a:lnTo>
                  <a:pt x="110528" y="1010053"/>
                </a:lnTo>
                <a:lnTo>
                  <a:pt x="138161" y="1047418"/>
                </a:lnTo>
                <a:lnTo>
                  <a:pt x="168863" y="1083295"/>
                </a:lnTo>
                <a:lnTo>
                  <a:pt x="202636" y="1117526"/>
                </a:lnTo>
                <a:lnTo>
                  <a:pt x="238870" y="1149433"/>
                </a:lnTo>
                <a:lnTo>
                  <a:pt x="276846" y="1178438"/>
                </a:lnTo>
                <a:lnTo>
                  <a:pt x="316397" y="1204543"/>
                </a:lnTo>
                <a:lnTo>
                  <a:pt x="357359" y="1227748"/>
                </a:lnTo>
                <a:lnTo>
                  <a:pt x="399565" y="1248052"/>
                </a:lnTo>
                <a:lnTo>
                  <a:pt x="442849" y="1265455"/>
                </a:lnTo>
                <a:lnTo>
                  <a:pt x="487046" y="1279958"/>
                </a:lnTo>
                <a:lnTo>
                  <a:pt x="531989" y="1291560"/>
                </a:lnTo>
                <a:lnTo>
                  <a:pt x="577512" y="1300262"/>
                </a:lnTo>
                <a:lnTo>
                  <a:pt x="623450" y="1306063"/>
                </a:lnTo>
                <a:lnTo>
                  <a:pt x="669638" y="1308963"/>
                </a:lnTo>
                <a:lnTo>
                  <a:pt x="715908" y="1308963"/>
                </a:lnTo>
                <a:lnTo>
                  <a:pt x="762095" y="1306063"/>
                </a:lnTo>
                <a:lnTo>
                  <a:pt x="808033" y="1300262"/>
                </a:lnTo>
                <a:lnTo>
                  <a:pt x="853557" y="1291560"/>
                </a:lnTo>
                <a:lnTo>
                  <a:pt x="898500" y="1279958"/>
                </a:lnTo>
                <a:lnTo>
                  <a:pt x="942696" y="1265455"/>
                </a:lnTo>
                <a:lnTo>
                  <a:pt x="985980" y="1248052"/>
                </a:lnTo>
                <a:lnTo>
                  <a:pt x="1028186" y="1227748"/>
                </a:lnTo>
                <a:lnTo>
                  <a:pt x="1069148" y="1204543"/>
                </a:lnTo>
                <a:lnTo>
                  <a:pt x="1108700" y="1178438"/>
                </a:lnTo>
                <a:lnTo>
                  <a:pt x="1146676" y="1149433"/>
                </a:lnTo>
                <a:lnTo>
                  <a:pt x="1182910" y="1117526"/>
                </a:lnTo>
                <a:lnTo>
                  <a:pt x="1216684" y="1083295"/>
                </a:lnTo>
                <a:lnTo>
                  <a:pt x="1247387" y="1047418"/>
                </a:lnTo>
                <a:lnTo>
                  <a:pt x="1275020" y="1010053"/>
                </a:lnTo>
                <a:lnTo>
                  <a:pt x="1299583" y="971355"/>
                </a:lnTo>
                <a:lnTo>
                  <a:pt x="1321076" y="931482"/>
                </a:lnTo>
                <a:lnTo>
                  <a:pt x="1339498" y="890590"/>
                </a:lnTo>
                <a:lnTo>
                  <a:pt x="1354850" y="848837"/>
                </a:lnTo>
                <a:lnTo>
                  <a:pt x="1367131" y="806378"/>
                </a:lnTo>
                <a:lnTo>
                  <a:pt x="1376342" y="763371"/>
                </a:lnTo>
                <a:lnTo>
                  <a:pt x="1382483" y="719972"/>
                </a:lnTo>
                <a:lnTo>
                  <a:pt x="1385554" y="676338"/>
                </a:lnTo>
                <a:lnTo>
                  <a:pt x="1385554" y="632626"/>
                </a:lnTo>
                <a:lnTo>
                  <a:pt x="1382483" y="588992"/>
                </a:lnTo>
                <a:lnTo>
                  <a:pt x="1376342" y="545593"/>
                </a:lnTo>
                <a:lnTo>
                  <a:pt x="1367131" y="502585"/>
                </a:lnTo>
                <a:lnTo>
                  <a:pt x="1354850" y="460127"/>
                </a:lnTo>
                <a:lnTo>
                  <a:pt x="1339498" y="418373"/>
                </a:lnTo>
                <a:lnTo>
                  <a:pt x="1321076" y="377481"/>
                </a:lnTo>
                <a:lnTo>
                  <a:pt x="1299583" y="337608"/>
                </a:lnTo>
                <a:lnTo>
                  <a:pt x="1275020" y="298911"/>
                </a:lnTo>
                <a:lnTo>
                  <a:pt x="1247387" y="261545"/>
                </a:lnTo>
                <a:lnTo>
                  <a:pt x="1216684" y="225668"/>
                </a:lnTo>
                <a:lnTo>
                  <a:pt x="1182910" y="191436"/>
                </a:lnTo>
                <a:lnTo>
                  <a:pt x="1146676" y="159530"/>
                </a:lnTo>
                <a:lnTo>
                  <a:pt x="1108700" y="130525"/>
                </a:lnTo>
                <a:lnTo>
                  <a:pt x="1069148" y="104420"/>
                </a:lnTo>
                <a:lnTo>
                  <a:pt x="1028186" y="81215"/>
                </a:lnTo>
                <a:lnTo>
                  <a:pt x="985980" y="60911"/>
                </a:lnTo>
                <a:lnTo>
                  <a:pt x="942696" y="43508"/>
                </a:lnTo>
                <a:lnTo>
                  <a:pt x="898500" y="29005"/>
                </a:lnTo>
                <a:lnTo>
                  <a:pt x="853557" y="17403"/>
                </a:lnTo>
                <a:lnTo>
                  <a:pt x="808033" y="8701"/>
                </a:lnTo>
                <a:lnTo>
                  <a:pt x="762095" y="2900"/>
                </a:lnTo>
                <a:lnTo>
                  <a:pt x="71590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156149" y="3554565"/>
            <a:ext cx="121988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3G379H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7241051" y="4831980"/>
            <a:ext cx="2985021" cy="945719"/>
            <a:chOff x="14215180" y="3984147"/>
            <a:chExt cx="2461260" cy="779780"/>
          </a:xfrm>
        </p:grpSpPr>
        <p:sp>
          <p:nvSpPr>
            <p:cNvPr id="29" name="object 29"/>
            <p:cNvSpPr/>
            <p:nvPr/>
          </p:nvSpPr>
          <p:spPr>
            <a:xfrm>
              <a:off x="14347710" y="4010325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30" h="621029">
                  <a:moveTo>
                    <a:pt x="620525" y="0"/>
                  </a:moveTo>
                  <a:lnTo>
                    <a:pt x="18510" y="602015"/>
                  </a:lnTo>
                  <a:lnTo>
                    <a:pt x="0" y="62052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215180" y="4536820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75526" y="0"/>
                  </a:moveTo>
                  <a:lnTo>
                    <a:pt x="0" y="226562"/>
                  </a:lnTo>
                  <a:lnTo>
                    <a:pt x="226569" y="151041"/>
                  </a:lnTo>
                  <a:lnTo>
                    <a:pt x="7552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945640" y="4021743"/>
              <a:ext cx="598170" cy="598170"/>
            </a:xfrm>
            <a:custGeom>
              <a:avLst/>
              <a:gdLst/>
              <a:ahLst/>
              <a:cxnLst/>
              <a:rect l="l" t="t" r="r" b="b"/>
              <a:pathLst>
                <a:path w="598169" h="598170">
                  <a:moveTo>
                    <a:pt x="0" y="0"/>
                  </a:moveTo>
                  <a:lnTo>
                    <a:pt x="579180" y="579180"/>
                  </a:lnTo>
                  <a:lnTo>
                    <a:pt x="597690" y="59769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449300" y="452540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151042" y="0"/>
                  </a:moveTo>
                  <a:lnTo>
                    <a:pt x="0" y="151041"/>
                  </a:lnTo>
                  <a:lnTo>
                    <a:pt x="226569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1481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3"/>
            <a:ext cx="5017135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3"/>
            <a:ext cx="8941301" cy="347881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Konfliktlösningen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6" dirty="0">
                <a:solidFill>
                  <a:srgbClr val="838787"/>
                </a:solidFill>
                <a:latin typeface="Arial"/>
                <a:cs typeface="Arial"/>
              </a:rPr>
              <a:t>skapar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88" dirty="0">
                <a:solidFill>
                  <a:srgbClr val="838787"/>
                </a:solidFill>
                <a:latin typeface="Arial"/>
                <a:cs typeface="Arial"/>
              </a:rPr>
              <a:t>1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nytt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15" dirty="0">
                <a:solidFill>
                  <a:srgbClr val="838787"/>
                </a:solidFill>
                <a:latin typeface="Arial"/>
                <a:cs typeface="Arial"/>
              </a:rPr>
              <a:t>tree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88" dirty="0">
                <a:solidFill>
                  <a:srgbClr val="838787"/>
                </a:solidFill>
                <a:latin typeface="Arial"/>
                <a:cs typeface="Arial"/>
              </a:rPr>
              <a:t>2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4" dirty="0">
                <a:solidFill>
                  <a:srgbClr val="838787"/>
                </a:solidFill>
                <a:latin typeface="Arial"/>
                <a:cs typeface="Arial"/>
              </a:rPr>
              <a:t>nya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commit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79" dirty="0">
                <a:solidFill>
                  <a:srgbClr val="838787"/>
                </a:solidFill>
                <a:latin typeface="Arial"/>
                <a:cs typeface="Arial"/>
              </a:rPr>
              <a:t>parents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9162" y="4950630"/>
            <a:ext cx="9379393" cy="770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43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29438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915106"/>
            <a:ext cx="10912642" cy="2132295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15" dirty="0">
                <a:solidFill>
                  <a:srgbClr val="838787"/>
                </a:solidFill>
                <a:latin typeface="Arial"/>
                <a:cs typeface="Arial"/>
              </a:rPr>
              <a:t>Commits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97" dirty="0">
                <a:solidFill>
                  <a:srgbClr val="838787"/>
                </a:solidFill>
                <a:latin typeface="Arial"/>
                <a:cs typeface="Arial"/>
              </a:rPr>
              <a:t>historia</a:t>
            </a:r>
            <a:endParaRPr sz="4800">
              <a:latin typeface="Arial"/>
              <a:cs typeface="Arial"/>
            </a:endParaRPr>
          </a:p>
          <a:p>
            <a:pPr marL="15403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4" dirty="0">
                <a:solidFill>
                  <a:srgbClr val="838787"/>
                </a:solidFill>
                <a:latin typeface="Arial"/>
                <a:cs typeface="Arial"/>
              </a:rPr>
              <a:t>Trees/Blobs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6" dirty="0">
                <a:solidFill>
                  <a:srgbClr val="838787"/>
                </a:solidFill>
                <a:latin typeface="Arial"/>
                <a:cs typeface="Arial"/>
              </a:rPr>
              <a:t>working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directory</a:t>
            </a:r>
            <a:endParaRPr sz="4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555265" y="3924025"/>
            <a:ext cx="13499594" cy="7586542"/>
            <a:chOff x="8702501" y="3235503"/>
            <a:chExt cx="11130915" cy="62553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2501" y="3235503"/>
              <a:ext cx="11130299" cy="62552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243919" y="3547439"/>
              <a:ext cx="5756910" cy="1047115"/>
            </a:xfrm>
            <a:custGeom>
              <a:avLst/>
              <a:gdLst/>
              <a:ahLst/>
              <a:cxnLst/>
              <a:rect l="l" t="t" r="r" b="b"/>
              <a:pathLst>
                <a:path w="5756909" h="1047114">
                  <a:moveTo>
                    <a:pt x="5756500" y="0"/>
                  </a:moveTo>
                  <a:lnTo>
                    <a:pt x="0" y="0"/>
                  </a:lnTo>
                  <a:lnTo>
                    <a:pt x="0" y="1047088"/>
                  </a:lnTo>
                  <a:lnTo>
                    <a:pt x="5756500" y="1047088"/>
                  </a:lnTo>
                  <a:lnTo>
                    <a:pt x="5756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67187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848875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915106"/>
            <a:ext cx="12259947" cy="2132295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15" dirty="0">
                <a:solidFill>
                  <a:srgbClr val="838787"/>
                </a:solidFill>
                <a:latin typeface="Arial"/>
                <a:cs typeface="Arial"/>
              </a:rPr>
              <a:t>Commits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97" dirty="0">
                <a:solidFill>
                  <a:srgbClr val="838787"/>
                </a:solidFill>
                <a:latin typeface="Arial"/>
                <a:cs typeface="Arial"/>
              </a:rPr>
              <a:t>historia</a:t>
            </a:r>
            <a:endParaRPr sz="4800">
              <a:latin typeface="Arial"/>
              <a:cs typeface="Arial"/>
            </a:endParaRPr>
          </a:p>
          <a:p>
            <a:pPr marL="15403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4" dirty="0">
                <a:solidFill>
                  <a:srgbClr val="838787"/>
                </a:solidFill>
                <a:latin typeface="Arial"/>
                <a:cs typeface="Arial"/>
              </a:rPr>
              <a:t>Trees/Blobs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6" dirty="0">
                <a:solidFill>
                  <a:srgbClr val="838787"/>
                </a:solidFill>
                <a:latin typeface="Arial"/>
                <a:cs typeface="Arial"/>
              </a:rPr>
              <a:t>working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directory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196" y="11871371"/>
            <a:ext cx="20906281" cy="785772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8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Timetravel: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1" dirty="0">
                <a:solidFill>
                  <a:srgbClr val="838787"/>
                </a:solidFill>
                <a:latin typeface="Arial"/>
                <a:cs typeface="Arial"/>
              </a:rPr>
              <a:t>ersätter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6" dirty="0">
                <a:solidFill>
                  <a:srgbClr val="838787"/>
                </a:solidFill>
                <a:latin typeface="Arial"/>
                <a:cs typeface="Arial"/>
              </a:rPr>
              <a:t>working</a:t>
            </a:r>
            <a:r>
              <a:rPr sz="4800" spc="-12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directory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0" dirty="0">
                <a:solidFill>
                  <a:srgbClr val="838787"/>
                </a:solidFill>
                <a:latin typeface="Arial"/>
                <a:cs typeface="Arial"/>
              </a:rPr>
              <a:t>m.h.a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commit</a:t>
            </a:r>
            <a:endParaRPr sz="4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555265" y="3924025"/>
            <a:ext cx="13499594" cy="7586542"/>
            <a:chOff x="8702501" y="3235503"/>
            <a:chExt cx="11130915" cy="62553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2501" y="3235503"/>
              <a:ext cx="11130299" cy="62552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389401" y="3450970"/>
              <a:ext cx="5756910" cy="1047115"/>
            </a:xfrm>
            <a:custGeom>
              <a:avLst/>
              <a:gdLst/>
              <a:ahLst/>
              <a:cxnLst/>
              <a:rect l="l" t="t" r="r" b="b"/>
              <a:pathLst>
                <a:path w="5756909" h="1047114">
                  <a:moveTo>
                    <a:pt x="5756500" y="0"/>
                  </a:moveTo>
                  <a:lnTo>
                    <a:pt x="0" y="0"/>
                  </a:lnTo>
                  <a:lnTo>
                    <a:pt x="0" y="1047088"/>
                  </a:lnTo>
                  <a:lnTo>
                    <a:pt x="5756500" y="1047088"/>
                  </a:lnTo>
                  <a:lnTo>
                    <a:pt x="5756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25372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714269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333006"/>
            <a:ext cx="20252727" cy="785772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9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händer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om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97" dirty="0">
                <a:solidFill>
                  <a:srgbClr val="838787"/>
                </a:solidFill>
                <a:latin typeface="Arial"/>
                <a:cs typeface="Arial"/>
              </a:rPr>
              <a:t>vi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6" dirty="0">
                <a:solidFill>
                  <a:srgbClr val="838787"/>
                </a:solidFill>
                <a:latin typeface="Arial"/>
                <a:cs typeface="Arial"/>
              </a:rPr>
              <a:t>hoppar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till</a:t>
            </a:r>
            <a:r>
              <a:rPr sz="4800" spc="-21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1" dirty="0">
                <a:solidFill>
                  <a:srgbClr val="838787"/>
                </a:solidFill>
                <a:latin typeface="Arial"/>
                <a:cs typeface="Arial"/>
              </a:rPr>
              <a:t>och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mergar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" dirty="0">
                <a:solidFill>
                  <a:srgbClr val="838787"/>
                </a:solidFill>
                <a:latin typeface="Arial"/>
                <a:cs typeface="Arial"/>
              </a:rPr>
              <a:t>master?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45881" y="9408146"/>
            <a:ext cx="1424739" cy="1347726"/>
          </a:xfrm>
          <a:custGeom>
            <a:avLst/>
            <a:gdLst/>
            <a:ahLst/>
            <a:cxnLst/>
            <a:rect l="l" t="t" r="r" b="b"/>
            <a:pathLst>
              <a:path w="1174750" h="1111250">
                <a:moveTo>
                  <a:pt x="587358" y="0"/>
                </a:moveTo>
                <a:lnTo>
                  <a:pt x="542261" y="1626"/>
                </a:lnTo>
                <a:lnTo>
                  <a:pt x="497379" y="6506"/>
                </a:lnTo>
                <a:lnTo>
                  <a:pt x="452925" y="14638"/>
                </a:lnTo>
                <a:lnTo>
                  <a:pt x="409112" y="26024"/>
                </a:lnTo>
                <a:lnTo>
                  <a:pt x="366155" y="40663"/>
                </a:lnTo>
                <a:lnTo>
                  <a:pt x="324268" y="58555"/>
                </a:lnTo>
                <a:lnTo>
                  <a:pt x="283665" y="79701"/>
                </a:lnTo>
                <a:lnTo>
                  <a:pt x="244559" y="104099"/>
                </a:lnTo>
                <a:lnTo>
                  <a:pt x="207165" y="131750"/>
                </a:lnTo>
                <a:lnTo>
                  <a:pt x="171696" y="162655"/>
                </a:lnTo>
                <a:lnTo>
                  <a:pt x="137357" y="197979"/>
                </a:lnTo>
                <a:lnTo>
                  <a:pt x="106833" y="235306"/>
                </a:lnTo>
                <a:lnTo>
                  <a:pt x="80125" y="274402"/>
                </a:lnTo>
                <a:lnTo>
                  <a:pt x="57232" y="315030"/>
                </a:lnTo>
                <a:lnTo>
                  <a:pt x="38154" y="356954"/>
                </a:lnTo>
                <a:lnTo>
                  <a:pt x="22892" y="399940"/>
                </a:lnTo>
                <a:lnTo>
                  <a:pt x="11446" y="443750"/>
                </a:lnTo>
                <a:lnTo>
                  <a:pt x="3815" y="488150"/>
                </a:lnTo>
                <a:lnTo>
                  <a:pt x="0" y="532904"/>
                </a:lnTo>
                <a:lnTo>
                  <a:pt x="0" y="577775"/>
                </a:lnTo>
                <a:lnTo>
                  <a:pt x="3815" y="622529"/>
                </a:lnTo>
                <a:lnTo>
                  <a:pt x="11446" y="666929"/>
                </a:lnTo>
                <a:lnTo>
                  <a:pt x="22892" y="710739"/>
                </a:lnTo>
                <a:lnTo>
                  <a:pt x="38154" y="753725"/>
                </a:lnTo>
                <a:lnTo>
                  <a:pt x="57232" y="795650"/>
                </a:lnTo>
                <a:lnTo>
                  <a:pt x="80125" y="836278"/>
                </a:lnTo>
                <a:lnTo>
                  <a:pt x="106833" y="875373"/>
                </a:lnTo>
                <a:lnTo>
                  <a:pt x="137357" y="912701"/>
                </a:lnTo>
                <a:lnTo>
                  <a:pt x="171696" y="948025"/>
                </a:lnTo>
                <a:lnTo>
                  <a:pt x="207165" y="978929"/>
                </a:lnTo>
                <a:lnTo>
                  <a:pt x="244559" y="1006581"/>
                </a:lnTo>
                <a:lnTo>
                  <a:pt x="283665" y="1030979"/>
                </a:lnTo>
                <a:lnTo>
                  <a:pt x="324268" y="1052124"/>
                </a:lnTo>
                <a:lnTo>
                  <a:pt x="366155" y="1070016"/>
                </a:lnTo>
                <a:lnTo>
                  <a:pt x="409112" y="1084655"/>
                </a:lnTo>
                <a:lnTo>
                  <a:pt x="452925" y="1096041"/>
                </a:lnTo>
                <a:lnTo>
                  <a:pt x="497379" y="1104173"/>
                </a:lnTo>
                <a:lnTo>
                  <a:pt x="542261" y="1109053"/>
                </a:lnTo>
                <a:lnTo>
                  <a:pt x="587358" y="1110680"/>
                </a:lnTo>
                <a:lnTo>
                  <a:pt x="632454" y="1109053"/>
                </a:lnTo>
                <a:lnTo>
                  <a:pt x="677336" y="1104173"/>
                </a:lnTo>
                <a:lnTo>
                  <a:pt x="721791" y="1096041"/>
                </a:lnTo>
                <a:lnTo>
                  <a:pt x="765604" y="1084655"/>
                </a:lnTo>
                <a:lnTo>
                  <a:pt x="808560" y="1070016"/>
                </a:lnTo>
                <a:lnTo>
                  <a:pt x="850448" y="1052124"/>
                </a:lnTo>
                <a:lnTo>
                  <a:pt x="891051" y="1030979"/>
                </a:lnTo>
                <a:lnTo>
                  <a:pt x="930157" y="1006581"/>
                </a:lnTo>
                <a:lnTo>
                  <a:pt x="967551" y="978929"/>
                </a:lnTo>
                <a:lnTo>
                  <a:pt x="1003019" y="948025"/>
                </a:lnTo>
                <a:lnTo>
                  <a:pt x="1037359" y="912701"/>
                </a:lnTo>
                <a:lnTo>
                  <a:pt x="1067882" y="875373"/>
                </a:lnTo>
                <a:lnTo>
                  <a:pt x="1094591" y="836278"/>
                </a:lnTo>
                <a:lnTo>
                  <a:pt x="1117483" y="795650"/>
                </a:lnTo>
                <a:lnTo>
                  <a:pt x="1136561" y="753725"/>
                </a:lnTo>
                <a:lnTo>
                  <a:pt x="1151823" y="710739"/>
                </a:lnTo>
                <a:lnTo>
                  <a:pt x="1163269" y="666929"/>
                </a:lnTo>
                <a:lnTo>
                  <a:pt x="1170900" y="622529"/>
                </a:lnTo>
                <a:lnTo>
                  <a:pt x="1174715" y="577775"/>
                </a:lnTo>
                <a:lnTo>
                  <a:pt x="1174715" y="532904"/>
                </a:lnTo>
                <a:lnTo>
                  <a:pt x="1170900" y="488150"/>
                </a:lnTo>
                <a:lnTo>
                  <a:pt x="1163269" y="443750"/>
                </a:lnTo>
                <a:lnTo>
                  <a:pt x="1151823" y="399940"/>
                </a:lnTo>
                <a:lnTo>
                  <a:pt x="1136561" y="356954"/>
                </a:lnTo>
                <a:lnTo>
                  <a:pt x="1117483" y="315030"/>
                </a:lnTo>
                <a:lnTo>
                  <a:pt x="1094591" y="274402"/>
                </a:lnTo>
                <a:lnTo>
                  <a:pt x="1067882" y="235306"/>
                </a:lnTo>
                <a:lnTo>
                  <a:pt x="1037359" y="197979"/>
                </a:lnTo>
                <a:lnTo>
                  <a:pt x="1003019" y="162655"/>
                </a:lnTo>
                <a:lnTo>
                  <a:pt x="967551" y="131750"/>
                </a:lnTo>
                <a:lnTo>
                  <a:pt x="930157" y="104099"/>
                </a:lnTo>
                <a:lnTo>
                  <a:pt x="891051" y="79701"/>
                </a:lnTo>
                <a:lnTo>
                  <a:pt x="850448" y="58555"/>
                </a:lnTo>
                <a:lnTo>
                  <a:pt x="808560" y="40663"/>
                </a:lnTo>
                <a:lnTo>
                  <a:pt x="765604" y="26024"/>
                </a:lnTo>
                <a:lnTo>
                  <a:pt x="721791" y="14638"/>
                </a:lnTo>
                <a:lnTo>
                  <a:pt x="677336" y="6506"/>
                </a:lnTo>
                <a:lnTo>
                  <a:pt x="632454" y="1626"/>
                </a:lnTo>
                <a:lnTo>
                  <a:pt x="58735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71446" y="9615324"/>
            <a:ext cx="97421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491" dirty="0">
                <a:solidFill>
                  <a:srgbClr val="FFFFFF"/>
                </a:solidFill>
                <a:latin typeface="Calibri"/>
                <a:cs typeface="Calibri"/>
              </a:rPr>
              <a:t>29EF2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45881" y="11902296"/>
            <a:ext cx="1424739" cy="1347726"/>
          </a:xfrm>
          <a:custGeom>
            <a:avLst/>
            <a:gdLst/>
            <a:ahLst/>
            <a:cxnLst/>
            <a:rect l="l" t="t" r="r" b="b"/>
            <a:pathLst>
              <a:path w="1174750" h="1111250">
                <a:moveTo>
                  <a:pt x="587358" y="0"/>
                </a:moveTo>
                <a:lnTo>
                  <a:pt x="542261" y="1626"/>
                </a:lnTo>
                <a:lnTo>
                  <a:pt x="497379" y="6506"/>
                </a:lnTo>
                <a:lnTo>
                  <a:pt x="452925" y="14638"/>
                </a:lnTo>
                <a:lnTo>
                  <a:pt x="409112" y="26024"/>
                </a:lnTo>
                <a:lnTo>
                  <a:pt x="366155" y="40663"/>
                </a:lnTo>
                <a:lnTo>
                  <a:pt x="324268" y="58555"/>
                </a:lnTo>
                <a:lnTo>
                  <a:pt x="283665" y="79701"/>
                </a:lnTo>
                <a:lnTo>
                  <a:pt x="244559" y="104099"/>
                </a:lnTo>
                <a:lnTo>
                  <a:pt x="207165" y="131750"/>
                </a:lnTo>
                <a:lnTo>
                  <a:pt x="171696" y="162655"/>
                </a:lnTo>
                <a:lnTo>
                  <a:pt x="137357" y="197979"/>
                </a:lnTo>
                <a:lnTo>
                  <a:pt x="106833" y="235306"/>
                </a:lnTo>
                <a:lnTo>
                  <a:pt x="80125" y="274402"/>
                </a:lnTo>
                <a:lnTo>
                  <a:pt x="57232" y="315030"/>
                </a:lnTo>
                <a:lnTo>
                  <a:pt x="38154" y="356954"/>
                </a:lnTo>
                <a:lnTo>
                  <a:pt x="22892" y="399940"/>
                </a:lnTo>
                <a:lnTo>
                  <a:pt x="11446" y="443750"/>
                </a:lnTo>
                <a:lnTo>
                  <a:pt x="3815" y="488150"/>
                </a:lnTo>
                <a:lnTo>
                  <a:pt x="0" y="532904"/>
                </a:lnTo>
                <a:lnTo>
                  <a:pt x="0" y="577775"/>
                </a:lnTo>
                <a:lnTo>
                  <a:pt x="3815" y="622529"/>
                </a:lnTo>
                <a:lnTo>
                  <a:pt x="11446" y="666929"/>
                </a:lnTo>
                <a:lnTo>
                  <a:pt x="22892" y="710739"/>
                </a:lnTo>
                <a:lnTo>
                  <a:pt x="38154" y="753725"/>
                </a:lnTo>
                <a:lnTo>
                  <a:pt x="57232" y="795649"/>
                </a:lnTo>
                <a:lnTo>
                  <a:pt x="80125" y="836277"/>
                </a:lnTo>
                <a:lnTo>
                  <a:pt x="106833" y="875373"/>
                </a:lnTo>
                <a:lnTo>
                  <a:pt x="137357" y="912701"/>
                </a:lnTo>
                <a:lnTo>
                  <a:pt x="171696" y="948024"/>
                </a:lnTo>
                <a:lnTo>
                  <a:pt x="207165" y="978929"/>
                </a:lnTo>
                <a:lnTo>
                  <a:pt x="244559" y="1006580"/>
                </a:lnTo>
                <a:lnTo>
                  <a:pt x="283665" y="1030979"/>
                </a:lnTo>
                <a:lnTo>
                  <a:pt x="324268" y="1052124"/>
                </a:lnTo>
                <a:lnTo>
                  <a:pt x="366155" y="1070016"/>
                </a:lnTo>
                <a:lnTo>
                  <a:pt x="409112" y="1084655"/>
                </a:lnTo>
                <a:lnTo>
                  <a:pt x="452925" y="1096041"/>
                </a:lnTo>
                <a:lnTo>
                  <a:pt x="497379" y="1104173"/>
                </a:lnTo>
                <a:lnTo>
                  <a:pt x="542261" y="1109053"/>
                </a:lnTo>
                <a:lnTo>
                  <a:pt x="587358" y="1110680"/>
                </a:lnTo>
                <a:lnTo>
                  <a:pt x="632454" y="1109053"/>
                </a:lnTo>
                <a:lnTo>
                  <a:pt x="677336" y="1104173"/>
                </a:lnTo>
                <a:lnTo>
                  <a:pt x="721791" y="1096041"/>
                </a:lnTo>
                <a:lnTo>
                  <a:pt x="765604" y="1084655"/>
                </a:lnTo>
                <a:lnTo>
                  <a:pt x="808560" y="1070016"/>
                </a:lnTo>
                <a:lnTo>
                  <a:pt x="850448" y="1052124"/>
                </a:lnTo>
                <a:lnTo>
                  <a:pt x="891051" y="1030979"/>
                </a:lnTo>
                <a:lnTo>
                  <a:pt x="930157" y="1006580"/>
                </a:lnTo>
                <a:lnTo>
                  <a:pt x="967551" y="978929"/>
                </a:lnTo>
                <a:lnTo>
                  <a:pt x="1003019" y="948024"/>
                </a:lnTo>
                <a:lnTo>
                  <a:pt x="1037359" y="912701"/>
                </a:lnTo>
                <a:lnTo>
                  <a:pt x="1067882" y="875373"/>
                </a:lnTo>
                <a:lnTo>
                  <a:pt x="1094591" y="836277"/>
                </a:lnTo>
                <a:lnTo>
                  <a:pt x="1117483" y="795649"/>
                </a:lnTo>
                <a:lnTo>
                  <a:pt x="1136561" y="753725"/>
                </a:lnTo>
                <a:lnTo>
                  <a:pt x="1151823" y="710739"/>
                </a:lnTo>
                <a:lnTo>
                  <a:pt x="1163269" y="666929"/>
                </a:lnTo>
                <a:lnTo>
                  <a:pt x="1170900" y="622529"/>
                </a:lnTo>
                <a:lnTo>
                  <a:pt x="1174715" y="577775"/>
                </a:lnTo>
                <a:lnTo>
                  <a:pt x="1174715" y="532904"/>
                </a:lnTo>
                <a:lnTo>
                  <a:pt x="1170900" y="488150"/>
                </a:lnTo>
                <a:lnTo>
                  <a:pt x="1163269" y="443750"/>
                </a:lnTo>
                <a:lnTo>
                  <a:pt x="1151823" y="399940"/>
                </a:lnTo>
                <a:lnTo>
                  <a:pt x="1136561" y="356954"/>
                </a:lnTo>
                <a:lnTo>
                  <a:pt x="1117483" y="315030"/>
                </a:lnTo>
                <a:lnTo>
                  <a:pt x="1094591" y="274402"/>
                </a:lnTo>
                <a:lnTo>
                  <a:pt x="1067882" y="235306"/>
                </a:lnTo>
                <a:lnTo>
                  <a:pt x="1037359" y="197979"/>
                </a:lnTo>
                <a:lnTo>
                  <a:pt x="1003019" y="162655"/>
                </a:lnTo>
                <a:lnTo>
                  <a:pt x="967551" y="131750"/>
                </a:lnTo>
                <a:lnTo>
                  <a:pt x="930157" y="104099"/>
                </a:lnTo>
                <a:lnTo>
                  <a:pt x="891051" y="79701"/>
                </a:lnTo>
                <a:lnTo>
                  <a:pt x="850448" y="58555"/>
                </a:lnTo>
                <a:lnTo>
                  <a:pt x="808560" y="40663"/>
                </a:lnTo>
                <a:lnTo>
                  <a:pt x="765604" y="26024"/>
                </a:lnTo>
                <a:lnTo>
                  <a:pt x="721791" y="14638"/>
                </a:lnTo>
                <a:lnTo>
                  <a:pt x="677336" y="6506"/>
                </a:lnTo>
                <a:lnTo>
                  <a:pt x="632454" y="1626"/>
                </a:lnTo>
                <a:lnTo>
                  <a:pt x="58735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748080" y="12103720"/>
            <a:ext cx="1020421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50115" y="5141182"/>
            <a:ext cx="770129" cy="77012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28585" y="0"/>
                </a:moveTo>
                <a:lnTo>
                  <a:pt x="228585" y="215887"/>
                </a:lnTo>
                <a:lnTo>
                  <a:pt x="0" y="215887"/>
                </a:lnTo>
                <a:lnTo>
                  <a:pt x="0" y="419075"/>
                </a:lnTo>
                <a:lnTo>
                  <a:pt x="228585" y="419075"/>
                </a:lnTo>
                <a:lnTo>
                  <a:pt x="228585" y="634962"/>
                </a:lnTo>
                <a:lnTo>
                  <a:pt x="634961" y="317481"/>
                </a:lnTo>
                <a:lnTo>
                  <a:pt x="228585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505854" y="7443695"/>
            <a:ext cx="770129" cy="77012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06378" y="0"/>
                </a:moveTo>
                <a:lnTo>
                  <a:pt x="0" y="317481"/>
                </a:lnTo>
                <a:lnTo>
                  <a:pt x="406378" y="634961"/>
                </a:lnTo>
                <a:lnTo>
                  <a:pt x="406378" y="419075"/>
                </a:lnTo>
                <a:lnTo>
                  <a:pt x="634957" y="419075"/>
                </a:lnTo>
                <a:lnTo>
                  <a:pt x="634957" y="215887"/>
                </a:lnTo>
                <a:lnTo>
                  <a:pt x="406378" y="215887"/>
                </a:lnTo>
                <a:lnTo>
                  <a:pt x="406378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121540" y="8583736"/>
            <a:ext cx="2241076" cy="3289992"/>
            <a:chOff x="7520342" y="7077608"/>
            <a:chExt cx="1847850" cy="2712720"/>
          </a:xfrm>
        </p:grpSpPr>
        <p:sp>
          <p:nvSpPr>
            <p:cNvPr id="11" name="object 11"/>
            <p:cNvSpPr/>
            <p:nvPr/>
          </p:nvSpPr>
          <p:spPr>
            <a:xfrm>
              <a:off x="8458682" y="8892023"/>
              <a:ext cx="6350" cy="710565"/>
            </a:xfrm>
            <a:custGeom>
              <a:avLst/>
              <a:gdLst/>
              <a:ahLst/>
              <a:cxnLst/>
              <a:rect l="l" t="t" r="r" b="b"/>
              <a:pathLst>
                <a:path w="6350" h="710565">
                  <a:moveTo>
                    <a:pt x="6168" y="0"/>
                  </a:moveTo>
                  <a:lnTo>
                    <a:pt x="227" y="684339"/>
                  </a:lnTo>
                  <a:lnTo>
                    <a:pt x="0" y="71051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352110" y="9575435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5"/>
                  </a:lnTo>
                  <a:lnTo>
                    <a:pt x="213597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46519" y="7103785"/>
              <a:ext cx="497205" cy="497205"/>
            </a:xfrm>
            <a:custGeom>
              <a:avLst/>
              <a:gdLst/>
              <a:ahLst/>
              <a:cxnLst/>
              <a:rect l="l" t="t" r="r" b="b"/>
              <a:pathLst>
                <a:path w="497204" h="497204">
                  <a:moveTo>
                    <a:pt x="0" y="0"/>
                  </a:moveTo>
                  <a:lnTo>
                    <a:pt x="478696" y="478696"/>
                  </a:lnTo>
                  <a:lnTo>
                    <a:pt x="497206" y="4972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949694" y="7506960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63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44508" y="7103785"/>
              <a:ext cx="497205" cy="497205"/>
            </a:xfrm>
            <a:custGeom>
              <a:avLst/>
              <a:gdLst/>
              <a:ahLst/>
              <a:cxnLst/>
              <a:rect l="l" t="t" r="r" b="b"/>
              <a:pathLst>
                <a:path w="497204" h="497204">
                  <a:moveTo>
                    <a:pt x="497206" y="0"/>
                  </a:moveTo>
                  <a:lnTo>
                    <a:pt x="18510" y="478696"/>
                  </a:lnTo>
                  <a:lnTo>
                    <a:pt x="0" y="4972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11976" y="7506960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2"/>
                  </a:lnTo>
                  <a:lnTo>
                    <a:pt x="226563" y="151042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82982" y="5345865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47186" y="7550181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79773" y="5141182"/>
            <a:ext cx="770129" cy="77012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28586" y="0"/>
                </a:moveTo>
                <a:lnTo>
                  <a:pt x="228586" y="215887"/>
                </a:lnTo>
                <a:lnTo>
                  <a:pt x="0" y="215887"/>
                </a:lnTo>
                <a:lnTo>
                  <a:pt x="0" y="419075"/>
                </a:lnTo>
                <a:lnTo>
                  <a:pt x="228586" y="419075"/>
                </a:lnTo>
                <a:lnTo>
                  <a:pt x="228586" y="634962"/>
                </a:lnTo>
                <a:lnTo>
                  <a:pt x="634961" y="317481"/>
                </a:lnTo>
                <a:lnTo>
                  <a:pt x="228586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32318" y="5333166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12729" y="7155219"/>
            <a:ext cx="1424739" cy="1347726"/>
          </a:xfrm>
          <a:custGeom>
            <a:avLst/>
            <a:gdLst/>
            <a:ahLst/>
            <a:cxnLst/>
            <a:rect l="l" t="t" r="r" b="b"/>
            <a:pathLst>
              <a:path w="1174750" h="1111250">
                <a:moveTo>
                  <a:pt x="587358" y="0"/>
                </a:moveTo>
                <a:lnTo>
                  <a:pt x="542261" y="1626"/>
                </a:lnTo>
                <a:lnTo>
                  <a:pt x="497379" y="6506"/>
                </a:lnTo>
                <a:lnTo>
                  <a:pt x="452924" y="14638"/>
                </a:lnTo>
                <a:lnTo>
                  <a:pt x="409111" y="26024"/>
                </a:lnTo>
                <a:lnTo>
                  <a:pt x="366155" y="40663"/>
                </a:lnTo>
                <a:lnTo>
                  <a:pt x="324267" y="58555"/>
                </a:lnTo>
                <a:lnTo>
                  <a:pt x="283664" y="79701"/>
                </a:lnTo>
                <a:lnTo>
                  <a:pt x="244558" y="104099"/>
                </a:lnTo>
                <a:lnTo>
                  <a:pt x="207164" y="131750"/>
                </a:lnTo>
                <a:lnTo>
                  <a:pt x="171695" y="162655"/>
                </a:lnTo>
                <a:lnTo>
                  <a:pt x="137356" y="197979"/>
                </a:lnTo>
                <a:lnTo>
                  <a:pt x="106832" y="235306"/>
                </a:lnTo>
                <a:lnTo>
                  <a:pt x="80124" y="274402"/>
                </a:lnTo>
                <a:lnTo>
                  <a:pt x="57231" y="315030"/>
                </a:lnTo>
                <a:lnTo>
                  <a:pt x="38154" y="356955"/>
                </a:lnTo>
                <a:lnTo>
                  <a:pt x="22892" y="399940"/>
                </a:lnTo>
                <a:lnTo>
                  <a:pt x="11446" y="443751"/>
                </a:lnTo>
                <a:lnTo>
                  <a:pt x="3815" y="488151"/>
                </a:lnTo>
                <a:lnTo>
                  <a:pt x="0" y="532904"/>
                </a:lnTo>
                <a:lnTo>
                  <a:pt x="0" y="577776"/>
                </a:lnTo>
                <a:lnTo>
                  <a:pt x="3815" y="622529"/>
                </a:lnTo>
                <a:lnTo>
                  <a:pt x="11446" y="666929"/>
                </a:lnTo>
                <a:lnTo>
                  <a:pt x="22892" y="710740"/>
                </a:lnTo>
                <a:lnTo>
                  <a:pt x="38154" y="753725"/>
                </a:lnTo>
                <a:lnTo>
                  <a:pt x="57231" y="795650"/>
                </a:lnTo>
                <a:lnTo>
                  <a:pt x="80124" y="836278"/>
                </a:lnTo>
                <a:lnTo>
                  <a:pt x="106832" y="875373"/>
                </a:lnTo>
                <a:lnTo>
                  <a:pt x="137356" y="912701"/>
                </a:lnTo>
                <a:lnTo>
                  <a:pt x="171695" y="948025"/>
                </a:lnTo>
                <a:lnTo>
                  <a:pt x="207164" y="978929"/>
                </a:lnTo>
                <a:lnTo>
                  <a:pt x="244558" y="1006581"/>
                </a:lnTo>
                <a:lnTo>
                  <a:pt x="283664" y="1030979"/>
                </a:lnTo>
                <a:lnTo>
                  <a:pt x="324267" y="1052124"/>
                </a:lnTo>
                <a:lnTo>
                  <a:pt x="366155" y="1070016"/>
                </a:lnTo>
                <a:lnTo>
                  <a:pt x="409111" y="1084655"/>
                </a:lnTo>
                <a:lnTo>
                  <a:pt x="452924" y="1096041"/>
                </a:lnTo>
                <a:lnTo>
                  <a:pt x="497379" y="1104174"/>
                </a:lnTo>
                <a:lnTo>
                  <a:pt x="542261" y="1109054"/>
                </a:lnTo>
                <a:lnTo>
                  <a:pt x="587358" y="1110680"/>
                </a:lnTo>
                <a:lnTo>
                  <a:pt x="632454" y="1109054"/>
                </a:lnTo>
                <a:lnTo>
                  <a:pt x="677336" y="1104174"/>
                </a:lnTo>
                <a:lnTo>
                  <a:pt x="721791" y="1096041"/>
                </a:lnTo>
                <a:lnTo>
                  <a:pt x="765604" y="1084655"/>
                </a:lnTo>
                <a:lnTo>
                  <a:pt x="808561" y="1070016"/>
                </a:lnTo>
                <a:lnTo>
                  <a:pt x="850448" y="1052124"/>
                </a:lnTo>
                <a:lnTo>
                  <a:pt x="891051" y="1030979"/>
                </a:lnTo>
                <a:lnTo>
                  <a:pt x="930157" y="1006581"/>
                </a:lnTo>
                <a:lnTo>
                  <a:pt x="967551" y="978929"/>
                </a:lnTo>
                <a:lnTo>
                  <a:pt x="1003020" y="948025"/>
                </a:lnTo>
                <a:lnTo>
                  <a:pt x="1037359" y="912701"/>
                </a:lnTo>
                <a:lnTo>
                  <a:pt x="1067883" y="875373"/>
                </a:lnTo>
                <a:lnTo>
                  <a:pt x="1094591" y="836278"/>
                </a:lnTo>
                <a:lnTo>
                  <a:pt x="1117484" y="795650"/>
                </a:lnTo>
                <a:lnTo>
                  <a:pt x="1136561" y="753725"/>
                </a:lnTo>
                <a:lnTo>
                  <a:pt x="1151823" y="710740"/>
                </a:lnTo>
                <a:lnTo>
                  <a:pt x="1163269" y="666929"/>
                </a:lnTo>
                <a:lnTo>
                  <a:pt x="1170900" y="622529"/>
                </a:lnTo>
                <a:lnTo>
                  <a:pt x="1174716" y="577776"/>
                </a:lnTo>
                <a:lnTo>
                  <a:pt x="1174716" y="532904"/>
                </a:lnTo>
                <a:lnTo>
                  <a:pt x="1170900" y="488151"/>
                </a:lnTo>
                <a:lnTo>
                  <a:pt x="1163269" y="443751"/>
                </a:lnTo>
                <a:lnTo>
                  <a:pt x="1151823" y="399940"/>
                </a:lnTo>
                <a:lnTo>
                  <a:pt x="1136561" y="356955"/>
                </a:lnTo>
                <a:lnTo>
                  <a:pt x="1117484" y="315030"/>
                </a:lnTo>
                <a:lnTo>
                  <a:pt x="1094591" y="274402"/>
                </a:lnTo>
                <a:lnTo>
                  <a:pt x="1067883" y="235306"/>
                </a:lnTo>
                <a:lnTo>
                  <a:pt x="1037359" y="197979"/>
                </a:lnTo>
                <a:lnTo>
                  <a:pt x="1003020" y="162655"/>
                </a:lnTo>
                <a:lnTo>
                  <a:pt x="967551" y="131750"/>
                </a:lnTo>
                <a:lnTo>
                  <a:pt x="930157" y="104099"/>
                </a:lnTo>
                <a:lnTo>
                  <a:pt x="891051" y="79701"/>
                </a:lnTo>
                <a:lnTo>
                  <a:pt x="850448" y="58555"/>
                </a:lnTo>
                <a:lnTo>
                  <a:pt x="808561" y="40663"/>
                </a:lnTo>
                <a:lnTo>
                  <a:pt x="765604" y="26024"/>
                </a:lnTo>
                <a:lnTo>
                  <a:pt x="721791" y="14638"/>
                </a:lnTo>
                <a:lnTo>
                  <a:pt x="677336" y="6506"/>
                </a:lnTo>
                <a:lnTo>
                  <a:pt x="632454" y="1626"/>
                </a:lnTo>
                <a:lnTo>
                  <a:pt x="58735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38547" y="7362396"/>
            <a:ext cx="97344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17" dirty="0">
                <a:solidFill>
                  <a:srgbClr val="FFFFFF"/>
                </a:solidFill>
                <a:latin typeface="Calibri"/>
                <a:cs typeface="Calibri"/>
              </a:rPr>
              <a:t>4T57A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844717" y="7155219"/>
            <a:ext cx="1424739" cy="1347726"/>
          </a:xfrm>
          <a:custGeom>
            <a:avLst/>
            <a:gdLst/>
            <a:ahLst/>
            <a:cxnLst/>
            <a:rect l="l" t="t" r="r" b="b"/>
            <a:pathLst>
              <a:path w="1174750" h="1111250">
                <a:moveTo>
                  <a:pt x="587271" y="0"/>
                </a:moveTo>
                <a:lnTo>
                  <a:pt x="542175" y="1633"/>
                </a:lnTo>
                <a:lnTo>
                  <a:pt x="497294" y="6520"/>
                </a:lnTo>
                <a:lnTo>
                  <a:pt x="452840" y="14660"/>
                </a:lnTo>
                <a:lnTo>
                  <a:pt x="409030" y="26053"/>
                </a:lnTo>
                <a:lnTo>
                  <a:pt x="366075" y="40699"/>
                </a:lnTo>
                <a:lnTo>
                  <a:pt x="324191" y="58598"/>
                </a:lnTo>
                <a:lnTo>
                  <a:pt x="283591" y="79750"/>
                </a:lnTo>
                <a:lnTo>
                  <a:pt x="244489" y="104154"/>
                </a:lnTo>
                <a:lnTo>
                  <a:pt x="207100" y="131812"/>
                </a:lnTo>
                <a:lnTo>
                  <a:pt x="171636" y="162722"/>
                </a:lnTo>
                <a:lnTo>
                  <a:pt x="137302" y="198051"/>
                </a:lnTo>
                <a:lnTo>
                  <a:pt x="106785" y="235384"/>
                </a:lnTo>
                <a:lnTo>
                  <a:pt x="80083" y="274484"/>
                </a:lnTo>
                <a:lnTo>
                  <a:pt x="57196" y="315116"/>
                </a:lnTo>
                <a:lnTo>
                  <a:pt x="38126" y="357044"/>
                </a:lnTo>
                <a:lnTo>
                  <a:pt x="22871" y="400032"/>
                </a:lnTo>
                <a:lnTo>
                  <a:pt x="11432" y="443844"/>
                </a:lnTo>
                <a:lnTo>
                  <a:pt x="3808" y="488245"/>
                </a:lnTo>
                <a:lnTo>
                  <a:pt x="0" y="532999"/>
                </a:lnTo>
                <a:lnTo>
                  <a:pt x="7" y="577871"/>
                </a:lnTo>
                <a:lnTo>
                  <a:pt x="3829" y="622624"/>
                </a:lnTo>
                <a:lnTo>
                  <a:pt x="11468" y="667022"/>
                </a:lnTo>
                <a:lnTo>
                  <a:pt x="22921" y="710831"/>
                </a:lnTo>
                <a:lnTo>
                  <a:pt x="38190" y="753814"/>
                </a:lnTo>
                <a:lnTo>
                  <a:pt x="57274" y="795736"/>
                </a:lnTo>
                <a:lnTo>
                  <a:pt x="80173" y="836360"/>
                </a:lnTo>
                <a:lnTo>
                  <a:pt x="106888" y="875451"/>
                </a:lnTo>
                <a:lnTo>
                  <a:pt x="137418" y="912774"/>
                </a:lnTo>
                <a:lnTo>
                  <a:pt x="171763" y="948092"/>
                </a:lnTo>
                <a:lnTo>
                  <a:pt x="207236" y="978991"/>
                </a:lnTo>
                <a:lnTo>
                  <a:pt x="244635" y="1006636"/>
                </a:lnTo>
                <a:lnTo>
                  <a:pt x="283745" y="1031028"/>
                </a:lnTo>
                <a:lnTo>
                  <a:pt x="324352" y="1052167"/>
                </a:lnTo>
                <a:lnTo>
                  <a:pt x="366242" y="1070052"/>
                </a:lnTo>
                <a:lnTo>
                  <a:pt x="409201" y="1084684"/>
                </a:lnTo>
                <a:lnTo>
                  <a:pt x="453016" y="1096063"/>
                </a:lnTo>
                <a:lnTo>
                  <a:pt x="497471" y="1104189"/>
                </a:lnTo>
                <a:lnTo>
                  <a:pt x="542355" y="1109061"/>
                </a:lnTo>
                <a:lnTo>
                  <a:pt x="587451" y="1110680"/>
                </a:lnTo>
                <a:lnTo>
                  <a:pt x="632547" y="1109046"/>
                </a:lnTo>
                <a:lnTo>
                  <a:pt x="677429" y="1104160"/>
                </a:lnTo>
                <a:lnTo>
                  <a:pt x="721882" y="1096020"/>
                </a:lnTo>
                <a:lnTo>
                  <a:pt x="765693" y="1084627"/>
                </a:lnTo>
                <a:lnTo>
                  <a:pt x="808647" y="1069981"/>
                </a:lnTo>
                <a:lnTo>
                  <a:pt x="850532" y="1052082"/>
                </a:lnTo>
                <a:lnTo>
                  <a:pt x="891132" y="1030930"/>
                </a:lnTo>
                <a:lnTo>
                  <a:pt x="930234" y="1006525"/>
                </a:lnTo>
                <a:lnTo>
                  <a:pt x="967623" y="978868"/>
                </a:lnTo>
                <a:lnTo>
                  <a:pt x="1003087" y="947958"/>
                </a:lnTo>
                <a:lnTo>
                  <a:pt x="1037420" y="912628"/>
                </a:lnTo>
                <a:lnTo>
                  <a:pt x="1067938" y="875296"/>
                </a:lnTo>
                <a:lnTo>
                  <a:pt x="1094640" y="836196"/>
                </a:lnTo>
                <a:lnTo>
                  <a:pt x="1117526" y="795564"/>
                </a:lnTo>
                <a:lnTo>
                  <a:pt x="1136597" y="753636"/>
                </a:lnTo>
                <a:lnTo>
                  <a:pt x="1151852" y="710648"/>
                </a:lnTo>
                <a:lnTo>
                  <a:pt x="1163291" y="666836"/>
                </a:lnTo>
                <a:lnTo>
                  <a:pt x="1170915" y="622435"/>
                </a:lnTo>
                <a:lnTo>
                  <a:pt x="1174723" y="577680"/>
                </a:lnTo>
                <a:lnTo>
                  <a:pt x="1174715" y="532809"/>
                </a:lnTo>
                <a:lnTo>
                  <a:pt x="1170893" y="488056"/>
                </a:lnTo>
                <a:lnTo>
                  <a:pt x="1163255" y="443657"/>
                </a:lnTo>
                <a:lnTo>
                  <a:pt x="1151801" y="399849"/>
                </a:lnTo>
                <a:lnTo>
                  <a:pt x="1136532" y="356866"/>
                </a:lnTo>
                <a:lnTo>
                  <a:pt x="1117448" y="314944"/>
                </a:lnTo>
                <a:lnTo>
                  <a:pt x="1094549" y="274320"/>
                </a:lnTo>
                <a:lnTo>
                  <a:pt x="1067834" y="235229"/>
                </a:lnTo>
                <a:lnTo>
                  <a:pt x="1037304" y="197906"/>
                </a:lnTo>
                <a:lnTo>
                  <a:pt x="1002959" y="162588"/>
                </a:lnTo>
                <a:lnTo>
                  <a:pt x="967486" y="131689"/>
                </a:lnTo>
                <a:lnTo>
                  <a:pt x="930087" y="104044"/>
                </a:lnTo>
                <a:lnTo>
                  <a:pt x="890978" y="79652"/>
                </a:lnTo>
                <a:lnTo>
                  <a:pt x="850371" y="58513"/>
                </a:lnTo>
                <a:lnTo>
                  <a:pt x="808481" y="40628"/>
                </a:lnTo>
                <a:lnTo>
                  <a:pt x="765522" y="25996"/>
                </a:lnTo>
                <a:lnTo>
                  <a:pt x="721707" y="14617"/>
                </a:lnTo>
                <a:lnTo>
                  <a:pt x="677251" y="6491"/>
                </a:lnTo>
                <a:lnTo>
                  <a:pt x="632368" y="1619"/>
                </a:lnTo>
                <a:lnTo>
                  <a:pt x="587271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033156" y="7364066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45880" y="4902293"/>
            <a:ext cx="1424739" cy="1347726"/>
          </a:xfrm>
          <a:custGeom>
            <a:avLst/>
            <a:gdLst/>
            <a:ahLst/>
            <a:cxnLst/>
            <a:rect l="l" t="t" r="r" b="b"/>
            <a:pathLst>
              <a:path w="1174750" h="1111250">
                <a:moveTo>
                  <a:pt x="587358" y="0"/>
                </a:moveTo>
                <a:lnTo>
                  <a:pt x="542261" y="1626"/>
                </a:lnTo>
                <a:lnTo>
                  <a:pt x="497379" y="6506"/>
                </a:lnTo>
                <a:lnTo>
                  <a:pt x="452924" y="14638"/>
                </a:lnTo>
                <a:lnTo>
                  <a:pt x="409111" y="26024"/>
                </a:lnTo>
                <a:lnTo>
                  <a:pt x="366155" y="40663"/>
                </a:lnTo>
                <a:lnTo>
                  <a:pt x="324267" y="58555"/>
                </a:lnTo>
                <a:lnTo>
                  <a:pt x="283664" y="79701"/>
                </a:lnTo>
                <a:lnTo>
                  <a:pt x="244558" y="104099"/>
                </a:lnTo>
                <a:lnTo>
                  <a:pt x="207164" y="131750"/>
                </a:lnTo>
                <a:lnTo>
                  <a:pt x="171695" y="162655"/>
                </a:lnTo>
                <a:lnTo>
                  <a:pt x="137356" y="197979"/>
                </a:lnTo>
                <a:lnTo>
                  <a:pt x="106832" y="235306"/>
                </a:lnTo>
                <a:lnTo>
                  <a:pt x="80124" y="274402"/>
                </a:lnTo>
                <a:lnTo>
                  <a:pt x="57231" y="315030"/>
                </a:lnTo>
                <a:lnTo>
                  <a:pt x="38154" y="356954"/>
                </a:lnTo>
                <a:lnTo>
                  <a:pt x="22892" y="399940"/>
                </a:lnTo>
                <a:lnTo>
                  <a:pt x="11446" y="443750"/>
                </a:lnTo>
                <a:lnTo>
                  <a:pt x="3815" y="488150"/>
                </a:lnTo>
                <a:lnTo>
                  <a:pt x="0" y="532904"/>
                </a:lnTo>
                <a:lnTo>
                  <a:pt x="0" y="577775"/>
                </a:lnTo>
                <a:lnTo>
                  <a:pt x="3815" y="622529"/>
                </a:lnTo>
                <a:lnTo>
                  <a:pt x="11446" y="666929"/>
                </a:lnTo>
                <a:lnTo>
                  <a:pt x="22892" y="710739"/>
                </a:lnTo>
                <a:lnTo>
                  <a:pt x="38154" y="753725"/>
                </a:lnTo>
                <a:lnTo>
                  <a:pt x="57231" y="795650"/>
                </a:lnTo>
                <a:lnTo>
                  <a:pt x="80124" y="836278"/>
                </a:lnTo>
                <a:lnTo>
                  <a:pt x="106832" y="875373"/>
                </a:lnTo>
                <a:lnTo>
                  <a:pt x="137356" y="912701"/>
                </a:lnTo>
                <a:lnTo>
                  <a:pt x="171695" y="948025"/>
                </a:lnTo>
                <a:lnTo>
                  <a:pt x="207164" y="978929"/>
                </a:lnTo>
                <a:lnTo>
                  <a:pt x="244558" y="1006581"/>
                </a:lnTo>
                <a:lnTo>
                  <a:pt x="283664" y="1030979"/>
                </a:lnTo>
                <a:lnTo>
                  <a:pt x="324267" y="1052124"/>
                </a:lnTo>
                <a:lnTo>
                  <a:pt x="366155" y="1070016"/>
                </a:lnTo>
                <a:lnTo>
                  <a:pt x="409111" y="1084655"/>
                </a:lnTo>
                <a:lnTo>
                  <a:pt x="452924" y="1096041"/>
                </a:lnTo>
                <a:lnTo>
                  <a:pt x="497379" y="1104173"/>
                </a:lnTo>
                <a:lnTo>
                  <a:pt x="542261" y="1109053"/>
                </a:lnTo>
                <a:lnTo>
                  <a:pt x="587358" y="1110680"/>
                </a:lnTo>
                <a:lnTo>
                  <a:pt x="632454" y="1109053"/>
                </a:lnTo>
                <a:lnTo>
                  <a:pt x="677336" y="1104173"/>
                </a:lnTo>
                <a:lnTo>
                  <a:pt x="721791" y="1096041"/>
                </a:lnTo>
                <a:lnTo>
                  <a:pt x="765604" y="1084655"/>
                </a:lnTo>
                <a:lnTo>
                  <a:pt x="808561" y="1070016"/>
                </a:lnTo>
                <a:lnTo>
                  <a:pt x="850448" y="1052124"/>
                </a:lnTo>
                <a:lnTo>
                  <a:pt x="891051" y="1030979"/>
                </a:lnTo>
                <a:lnTo>
                  <a:pt x="930157" y="1006581"/>
                </a:lnTo>
                <a:lnTo>
                  <a:pt x="967551" y="978929"/>
                </a:lnTo>
                <a:lnTo>
                  <a:pt x="1003020" y="948025"/>
                </a:lnTo>
                <a:lnTo>
                  <a:pt x="1037359" y="912701"/>
                </a:lnTo>
                <a:lnTo>
                  <a:pt x="1067883" y="875373"/>
                </a:lnTo>
                <a:lnTo>
                  <a:pt x="1094591" y="836278"/>
                </a:lnTo>
                <a:lnTo>
                  <a:pt x="1117484" y="795650"/>
                </a:lnTo>
                <a:lnTo>
                  <a:pt x="1136561" y="753725"/>
                </a:lnTo>
                <a:lnTo>
                  <a:pt x="1151823" y="710739"/>
                </a:lnTo>
                <a:lnTo>
                  <a:pt x="1163269" y="666929"/>
                </a:lnTo>
                <a:lnTo>
                  <a:pt x="1170900" y="622529"/>
                </a:lnTo>
                <a:lnTo>
                  <a:pt x="1174716" y="577775"/>
                </a:lnTo>
                <a:lnTo>
                  <a:pt x="1174716" y="532904"/>
                </a:lnTo>
                <a:lnTo>
                  <a:pt x="1170900" y="488150"/>
                </a:lnTo>
                <a:lnTo>
                  <a:pt x="1163269" y="443750"/>
                </a:lnTo>
                <a:lnTo>
                  <a:pt x="1151823" y="399940"/>
                </a:lnTo>
                <a:lnTo>
                  <a:pt x="1136561" y="356954"/>
                </a:lnTo>
                <a:lnTo>
                  <a:pt x="1117484" y="315030"/>
                </a:lnTo>
                <a:lnTo>
                  <a:pt x="1094591" y="274402"/>
                </a:lnTo>
                <a:lnTo>
                  <a:pt x="1067883" y="235306"/>
                </a:lnTo>
                <a:lnTo>
                  <a:pt x="1037359" y="197979"/>
                </a:lnTo>
                <a:lnTo>
                  <a:pt x="1003020" y="162655"/>
                </a:lnTo>
                <a:lnTo>
                  <a:pt x="967551" y="131750"/>
                </a:lnTo>
                <a:lnTo>
                  <a:pt x="930157" y="104099"/>
                </a:lnTo>
                <a:lnTo>
                  <a:pt x="891051" y="79701"/>
                </a:lnTo>
                <a:lnTo>
                  <a:pt x="850448" y="58555"/>
                </a:lnTo>
                <a:lnTo>
                  <a:pt x="808561" y="40663"/>
                </a:lnTo>
                <a:lnTo>
                  <a:pt x="765604" y="26024"/>
                </a:lnTo>
                <a:lnTo>
                  <a:pt x="721791" y="14638"/>
                </a:lnTo>
                <a:lnTo>
                  <a:pt x="677336" y="6506"/>
                </a:lnTo>
                <a:lnTo>
                  <a:pt x="632454" y="1626"/>
                </a:lnTo>
                <a:lnTo>
                  <a:pt x="58735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742998" y="5115224"/>
            <a:ext cx="103120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61" dirty="0">
                <a:solidFill>
                  <a:srgbClr val="FFFFFF"/>
                </a:solidFill>
                <a:latin typeface="Calibri"/>
                <a:cs typeface="Calibri"/>
              </a:rPr>
              <a:t>3G39H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965062" y="6254748"/>
            <a:ext cx="2531414" cy="806325"/>
            <a:chOff x="7391319" y="5157271"/>
            <a:chExt cx="2087245" cy="664845"/>
          </a:xfrm>
        </p:grpSpPr>
        <p:sp>
          <p:nvSpPr>
            <p:cNvPr id="28" name="object 28"/>
            <p:cNvSpPr/>
            <p:nvPr/>
          </p:nvSpPr>
          <p:spPr>
            <a:xfrm>
              <a:off x="7523851" y="5183448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5" h="506095">
                  <a:moveTo>
                    <a:pt x="506097" y="0"/>
                  </a:moveTo>
                  <a:lnTo>
                    <a:pt x="18510" y="487587"/>
                  </a:lnTo>
                  <a:lnTo>
                    <a:pt x="0" y="506097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91319" y="559551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0" y="0"/>
                  </a:moveTo>
                  <a:lnTo>
                    <a:pt x="0" y="226563"/>
                  </a:lnTo>
                  <a:lnTo>
                    <a:pt x="226562" y="151042"/>
                  </a:lnTo>
                  <a:lnTo>
                    <a:pt x="7552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858833" y="5193130"/>
              <a:ext cx="487045" cy="487045"/>
            </a:xfrm>
            <a:custGeom>
              <a:avLst/>
              <a:gdLst/>
              <a:ahLst/>
              <a:cxnLst/>
              <a:rect l="l" t="t" r="r" b="b"/>
              <a:pathLst>
                <a:path w="487045" h="487045">
                  <a:moveTo>
                    <a:pt x="0" y="0"/>
                  </a:moveTo>
                  <a:lnTo>
                    <a:pt x="468222" y="468222"/>
                  </a:lnTo>
                  <a:lnTo>
                    <a:pt x="486732" y="486732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251534" y="558583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63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72894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403368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3"/>
            <a:ext cx="13924886" cy="4825340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49" dirty="0">
                <a:solidFill>
                  <a:srgbClr val="838787"/>
                </a:solidFill>
                <a:latin typeface="Arial"/>
                <a:cs typeface="Arial"/>
              </a:rPr>
              <a:t>tänker…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Ska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8" dirty="0">
                <a:solidFill>
                  <a:srgbClr val="838787"/>
                </a:solidFill>
                <a:latin typeface="Arial"/>
                <a:cs typeface="Arial"/>
              </a:rPr>
              <a:t>jag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" dirty="0">
                <a:solidFill>
                  <a:srgbClr val="838787"/>
                </a:solidFill>
                <a:latin typeface="Arial"/>
                <a:cs typeface="Arial"/>
              </a:rPr>
              <a:t>skapa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en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73" dirty="0">
                <a:solidFill>
                  <a:srgbClr val="838787"/>
                </a:solidFill>
                <a:latin typeface="Arial"/>
                <a:cs typeface="Arial"/>
              </a:rPr>
              <a:t>ny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0" dirty="0">
                <a:solidFill>
                  <a:srgbClr val="838787"/>
                </a:solidFill>
                <a:latin typeface="Arial"/>
                <a:cs typeface="Arial"/>
              </a:rPr>
              <a:t>merge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commit?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30" dirty="0">
                <a:solidFill>
                  <a:srgbClr val="838787"/>
                </a:solidFill>
                <a:latin typeface="Arial"/>
                <a:cs typeface="Arial"/>
              </a:rPr>
              <a:t>Vänta,</a:t>
            </a:r>
            <a:r>
              <a:rPr sz="4800" spc="-27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3G379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6" dirty="0">
                <a:solidFill>
                  <a:srgbClr val="838787"/>
                </a:solidFill>
                <a:latin typeface="Arial"/>
                <a:cs typeface="Arial"/>
              </a:rPr>
              <a:t>är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förälder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till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7HSH2…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9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Jag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55" dirty="0">
                <a:solidFill>
                  <a:srgbClr val="838787"/>
                </a:solidFill>
                <a:latin typeface="Arial"/>
                <a:cs typeface="Arial"/>
              </a:rPr>
              <a:t>kan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ju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79" dirty="0">
                <a:solidFill>
                  <a:srgbClr val="838787"/>
                </a:solidFill>
                <a:latin typeface="Arial"/>
                <a:cs typeface="Arial"/>
              </a:rPr>
              <a:t>bara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21" dirty="0">
                <a:solidFill>
                  <a:srgbClr val="838787"/>
                </a:solidFill>
                <a:latin typeface="Arial"/>
                <a:cs typeface="Arial"/>
              </a:rPr>
              <a:t>flytta</a:t>
            </a:r>
            <a:r>
              <a:rPr sz="4800" spc="-21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till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0" dirty="0">
                <a:solidFill>
                  <a:srgbClr val="838787"/>
                </a:solidFill>
                <a:latin typeface="Arial"/>
                <a:cs typeface="Arial"/>
              </a:rPr>
              <a:t>3G379!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290539" y="9057601"/>
            <a:ext cx="1534097" cy="1348496"/>
          </a:xfrm>
          <a:custGeom>
            <a:avLst/>
            <a:gdLst/>
            <a:ahLst/>
            <a:cxnLst/>
            <a:rect l="l" t="t" r="r" b="b"/>
            <a:pathLst>
              <a:path w="1264919" h="1111884">
                <a:moveTo>
                  <a:pt x="655564" y="0"/>
                </a:moveTo>
                <a:lnTo>
                  <a:pt x="609328" y="0"/>
                </a:lnTo>
                <a:lnTo>
                  <a:pt x="563191" y="2955"/>
                </a:lnTo>
                <a:lnTo>
                  <a:pt x="517352" y="8867"/>
                </a:lnTo>
                <a:lnTo>
                  <a:pt x="472011" y="17734"/>
                </a:lnTo>
                <a:lnTo>
                  <a:pt x="427365" y="29557"/>
                </a:lnTo>
                <a:lnTo>
                  <a:pt x="383614" y="44336"/>
                </a:lnTo>
                <a:lnTo>
                  <a:pt x="340957" y="62071"/>
                </a:lnTo>
                <a:lnTo>
                  <a:pt x="299592" y="82762"/>
                </a:lnTo>
                <a:lnTo>
                  <a:pt x="259718" y="106408"/>
                </a:lnTo>
                <a:lnTo>
                  <a:pt x="221535" y="133010"/>
                </a:lnTo>
                <a:lnTo>
                  <a:pt x="185240" y="162568"/>
                </a:lnTo>
                <a:lnTo>
                  <a:pt x="150044" y="196135"/>
                </a:lnTo>
                <a:lnTo>
                  <a:pt x="118553" y="231523"/>
                </a:lnTo>
                <a:lnTo>
                  <a:pt x="90767" y="268531"/>
                </a:lnTo>
                <a:lnTo>
                  <a:pt x="66686" y="306957"/>
                </a:lnTo>
                <a:lnTo>
                  <a:pt x="46310" y="346598"/>
                </a:lnTo>
                <a:lnTo>
                  <a:pt x="29638" y="387251"/>
                </a:lnTo>
                <a:lnTo>
                  <a:pt x="16671" y="428713"/>
                </a:lnTo>
                <a:lnTo>
                  <a:pt x="7409" y="470784"/>
                </a:lnTo>
                <a:lnTo>
                  <a:pt x="1852" y="513259"/>
                </a:lnTo>
                <a:lnTo>
                  <a:pt x="0" y="555936"/>
                </a:lnTo>
                <a:lnTo>
                  <a:pt x="1852" y="598614"/>
                </a:lnTo>
                <a:lnTo>
                  <a:pt x="7409" y="641089"/>
                </a:lnTo>
                <a:lnTo>
                  <a:pt x="16671" y="683159"/>
                </a:lnTo>
                <a:lnTo>
                  <a:pt x="29638" y="724622"/>
                </a:lnTo>
                <a:lnTo>
                  <a:pt x="46310" y="765275"/>
                </a:lnTo>
                <a:lnTo>
                  <a:pt x="66686" y="804916"/>
                </a:lnTo>
                <a:lnTo>
                  <a:pt x="90767" y="843341"/>
                </a:lnTo>
                <a:lnTo>
                  <a:pt x="118553" y="880350"/>
                </a:lnTo>
                <a:lnTo>
                  <a:pt x="150044" y="915738"/>
                </a:lnTo>
                <a:lnTo>
                  <a:pt x="185240" y="949305"/>
                </a:lnTo>
                <a:lnTo>
                  <a:pt x="221535" y="978862"/>
                </a:lnTo>
                <a:lnTo>
                  <a:pt x="259718" y="1005465"/>
                </a:lnTo>
                <a:lnTo>
                  <a:pt x="299592" y="1029111"/>
                </a:lnTo>
                <a:lnTo>
                  <a:pt x="340957" y="1049802"/>
                </a:lnTo>
                <a:lnTo>
                  <a:pt x="383614" y="1067536"/>
                </a:lnTo>
                <a:lnTo>
                  <a:pt x="427365" y="1082315"/>
                </a:lnTo>
                <a:lnTo>
                  <a:pt x="472011" y="1094138"/>
                </a:lnTo>
                <a:lnTo>
                  <a:pt x="517352" y="1103006"/>
                </a:lnTo>
                <a:lnTo>
                  <a:pt x="563191" y="1108917"/>
                </a:lnTo>
                <a:lnTo>
                  <a:pt x="609328" y="1111873"/>
                </a:lnTo>
                <a:lnTo>
                  <a:pt x="655564" y="1111873"/>
                </a:lnTo>
                <a:lnTo>
                  <a:pt x="701701" y="1108917"/>
                </a:lnTo>
                <a:lnTo>
                  <a:pt x="747540" y="1103006"/>
                </a:lnTo>
                <a:lnTo>
                  <a:pt x="792882" y="1094138"/>
                </a:lnTo>
                <a:lnTo>
                  <a:pt x="837527" y="1082315"/>
                </a:lnTo>
                <a:lnTo>
                  <a:pt x="881278" y="1067536"/>
                </a:lnTo>
                <a:lnTo>
                  <a:pt x="923936" y="1049802"/>
                </a:lnTo>
                <a:lnTo>
                  <a:pt x="965301" y="1029111"/>
                </a:lnTo>
                <a:lnTo>
                  <a:pt x="1005174" y="1005465"/>
                </a:lnTo>
                <a:lnTo>
                  <a:pt x="1043358" y="978862"/>
                </a:lnTo>
                <a:lnTo>
                  <a:pt x="1079652" y="949305"/>
                </a:lnTo>
                <a:lnTo>
                  <a:pt x="1114848" y="915738"/>
                </a:lnTo>
                <a:lnTo>
                  <a:pt x="1146339" y="880350"/>
                </a:lnTo>
                <a:lnTo>
                  <a:pt x="1174125" y="843341"/>
                </a:lnTo>
                <a:lnTo>
                  <a:pt x="1198206" y="804916"/>
                </a:lnTo>
                <a:lnTo>
                  <a:pt x="1218583" y="765275"/>
                </a:lnTo>
                <a:lnTo>
                  <a:pt x="1235254" y="724622"/>
                </a:lnTo>
                <a:lnTo>
                  <a:pt x="1248221" y="683159"/>
                </a:lnTo>
                <a:lnTo>
                  <a:pt x="1257483" y="641089"/>
                </a:lnTo>
                <a:lnTo>
                  <a:pt x="1263041" y="598614"/>
                </a:lnTo>
                <a:lnTo>
                  <a:pt x="1264893" y="555936"/>
                </a:lnTo>
                <a:lnTo>
                  <a:pt x="1263041" y="513259"/>
                </a:lnTo>
                <a:lnTo>
                  <a:pt x="1257483" y="470784"/>
                </a:lnTo>
                <a:lnTo>
                  <a:pt x="1248221" y="428713"/>
                </a:lnTo>
                <a:lnTo>
                  <a:pt x="1235254" y="387251"/>
                </a:lnTo>
                <a:lnTo>
                  <a:pt x="1218583" y="346598"/>
                </a:lnTo>
                <a:lnTo>
                  <a:pt x="1198206" y="306957"/>
                </a:lnTo>
                <a:lnTo>
                  <a:pt x="1174125" y="268531"/>
                </a:lnTo>
                <a:lnTo>
                  <a:pt x="1146339" y="231523"/>
                </a:lnTo>
                <a:lnTo>
                  <a:pt x="1114848" y="196135"/>
                </a:lnTo>
                <a:lnTo>
                  <a:pt x="1079652" y="162568"/>
                </a:lnTo>
                <a:lnTo>
                  <a:pt x="1043358" y="133010"/>
                </a:lnTo>
                <a:lnTo>
                  <a:pt x="1005174" y="106408"/>
                </a:lnTo>
                <a:lnTo>
                  <a:pt x="965301" y="82762"/>
                </a:lnTo>
                <a:lnTo>
                  <a:pt x="923936" y="62071"/>
                </a:lnTo>
                <a:lnTo>
                  <a:pt x="881278" y="44336"/>
                </a:lnTo>
                <a:lnTo>
                  <a:pt x="837527" y="29557"/>
                </a:lnTo>
                <a:lnTo>
                  <a:pt x="792882" y="17734"/>
                </a:lnTo>
                <a:lnTo>
                  <a:pt x="747540" y="8867"/>
                </a:lnTo>
                <a:lnTo>
                  <a:pt x="701701" y="2955"/>
                </a:lnTo>
                <a:lnTo>
                  <a:pt x="655564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476365" y="9262149"/>
            <a:ext cx="116289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3" dirty="0">
                <a:solidFill>
                  <a:srgbClr val="FFFFFF"/>
                </a:solidFill>
                <a:latin typeface="Calibri"/>
                <a:cs typeface="Calibri"/>
              </a:rPr>
              <a:t>29EF42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291088" y="11551303"/>
            <a:ext cx="1642685" cy="1440912"/>
          </a:xfrm>
          <a:custGeom>
            <a:avLst/>
            <a:gdLst/>
            <a:ahLst/>
            <a:cxnLst/>
            <a:rect l="l" t="t" r="r" b="b"/>
            <a:pathLst>
              <a:path w="1354455" h="1188084">
                <a:moveTo>
                  <a:pt x="677071" y="0"/>
                </a:moveTo>
                <a:lnTo>
                  <a:pt x="629813" y="1437"/>
                </a:lnTo>
                <a:lnTo>
                  <a:pt x="582740" y="5751"/>
                </a:lnTo>
                <a:lnTo>
                  <a:pt x="536038" y="12940"/>
                </a:lnTo>
                <a:lnTo>
                  <a:pt x="489891" y="23005"/>
                </a:lnTo>
                <a:lnTo>
                  <a:pt x="444486" y="35946"/>
                </a:lnTo>
                <a:lnTo>
                  <a:pt x="400007" y="51762"/>
                </a:lnTo>
                <a:lnTo>
                  <a:pt x="356640" y="70454"/>
                </a:lnTo>
                <a:lnTo>
                  <a:pt x="314569" y="92022"/>
                </a:lnTo>
                <a:lnTo>
                  <a:pt x="273981" y="116465"/>
                </a:lnTo>
                <a:lnTo>
                  <a:pt x="235059" y="143784"/>
                </a:lnTo>
                <a:lnTo>
                  <a:pt x="197991" y="173979"/>
                </a:lnTo>
                <a:lnTo>
                  <a:pt x="161993" y="208068"/>
                </a:lnTo>
                <a:lnTo>
                  <a:pt x="129594" y="243930"/>
                </a:lnTo>
                <a:lnTo>
                  <a:pt x="100795" y="281380"/>
                </a:lnTo>
                <a:lnTo>
                  <a:pt x="75596" y="320231"/>
                </a:lnTo>
                <a:lnTo>
                  <a:pt x="53997" y="360295"/>
                </a:lnTo>
                <a:lnTo>
                  <a:pt x="35998" y="401387"/>
                </a:lnTo>
                <a:lnTo>
                  <a:pt x="21599" y="443319"/>
                </a:lnTo>
                <a:lnTo>
                  <a:pt x="10799" y="485905"/>
                </a:lnTo>
                <a:lnTo>
                  <a:pt x="3599" y="528957"/>
                </a:lnTo>
                <a:lnTo>
                  <a:pt x="0" y="572290"/>
                </a:lnTo>
                <a:lnTo>
                  <a:pt x="0" y="615716"/>
                </a:lnTo>
                <a:lnTo>
                  <a:pt x="3599" y="659049"/>
                </a:lnTo>
                <a:lnTo>
                  <a:pt x="10799" y="702102"/>
                </a:lnTo>
                <a:lnTo>
                  <a:pt x="21599" y="744687"/>
                </a:lnTo>
                <a:lnTo>
                  <a:pt x="35998" y="786619"/>
                </a:lnTo>
                <a:lnTo>
                  <a:pt x="53997" y="827711"/>
                </a:lnTo>
                <a:lnTo>
                  <a:pt x="75596" y="867775"/>
                </a:lnTo>
                <a:lnTo>
                  <a:pt x="100795" y="906626"/>
                </a:lnTo>
                <a:lnTo>
                  <a:pt x="129594" y="944076"/>
                </a:lnTo>
                <a:lnTo>
                  <a:pt x="161993" y="979938"/>
                </a:lnTo>
                <a:lnTo>
                  <a:pt x="197991" y="1014027"/>
                </a:lnTo>
                <a:lnTo>
                  <a:pt x="235059" y="1044221"/>
                </a:lnTo>
                <a:lnTo>
                  <a:pt x="273981" y="1071541"/>
                </a:lnTo>
                <a:lnTo>
                  <a:pt x="314569" y="1095984"/>
                </a:lnTo>
                <a:lnTo>
                  <a:pt x="356640" y="1117552"/>
                </a:lnTo>
                <a:lnTo>
                  <a:pt x="400007" y="1136244"/>
                </a:lnTo>
                <a:lnTo>
                  <a:pt x="444486" y="1152060"/>
                </a:lnTo>
                <a:lnTo>
                  <a:pt x="489891" y="1165001"/>
                </a:lnTo>
                <a:lnTo>
                  <a:pt x="536038" y="1175066"/>
                </a:lnTo>
                <a:lnTo>
                  <a:pt x="582740" y="1182255"/>
                </a:lnTo>
                <a:lnTo>
                  <a:pt x="629813" y="1186568"/>
                </a:lnTo>
                <a:lnTo>
                  <a:pt x="677071" y="1188006"/>
                </a:lnTo>
                <a:lnTo>
                  <a:pt x="724329" y="1186568"/>
                </a:lnTo>
                <a:lnTo>
                  <a:pt x="771402" y="1182255"/>
                </a:lnTo>
                <a:lnTo>
                  <a:pt x="818104" y="1175066"/>
                </a:lnTo>
                <a:lnTo>
                  <a:pt x="864250" y="1165001"/>
                </a:lnTo>
                <a:lnTo>
                  <a:pt x="909656" y="1152060"/>
                </a:lnTo>
                <a:lnTo>
                  <a:pt x="954135" y="1136244"/>
                </a:lnTo>
                <a:lnTo>
                  <a:pt x="997502" y="1117552"/>
                </a:lnTo>
                <a:lnTo>
                  <a:pt x="1039573" y="1095984"/>
                </a:lnTo>
                <a:lnTo>
                  <a:pt x="1080161" y="1071541"/>
                </a:lnTo>
                <a:lnTo>
                  <a:pt x="1119082" y="1044221"/>
                </a:lnTo>
                <a:lnTo>
                  <a:pt x="1156150" y="1014027"/>
                </a:lnTo>
                <a:lnTo>
                  <a:pt x="1192149" y="979938"/>
                </a:lnTo>
                <a:lnTo>
                  <a:pt x="1224548" y="944076"/>
                </a:lnTo>
                <a:lnTo>
                  <a:pt x="1253346" y="906626"/>
                </a:lnTo>
                <a:lnTo>
                  <a:pt x="1278545" y="867775"/>
                </a:lnTo>
                <a:lnTo>
                  <a:pt x="1300144" y="827711"/>
                </a:lnTo>
                <a:lnTo>
                  <a:pt x="1318144" y="786619"/>
                </a:lnTo>
                <a:lnTo>
                  <a:pt x="1332543" y="744687"/>
                </a:lnTo>
                <a:lnTo>
                  <a:pt x="1343343" y="702102"/>
                </a:lnTo>
                <a:lnTo>
                  <a:pt x="1350542" y="659049"/>
                </a:lnTo>
                <a:lnTo>
                  <a:pt x="1354142" y="615716"/>
                </a:lnTo>
                <a:lnTo>
                  <a:pt x="1354142" y="572290"/>
                </a:lnTo>
                <a:lnTo>
                  <a:pt x="1350542" y="528957"/>
                </a:lnTo>
                <a:lnTo>
                  <a:pt x="1343343" y="485905"/>
                </a:lnTo>
                <a:lnTo>
                  <a:pt x="1332543" y="443319"/>
                </a:lnTo>
                <a:lnTo>
                  <a:pt x="1318144" y="401387"/>
                </a:lnTo>
                <a:lnTo>
                  <a:pt x="1300144" y="360295"/>
                </a:lnTo>
                <a:lnTo>
                  <a:pt x="1278545" y="320231"/>
                </a:lnTo>
                <a:lnTo>
                  <a:pt x="1253346" y="281380"/>
                </a:lnTo>
                <a:lnTo>
                  <a:pt x="1224548" y="243930"/>
                </a:lnTo>
                <a:lnTo>
                  <a:pt x="1192149" y="208068"/>
                </a:lnTo>
                <a:lnTo>
                  <a:pt x="1156150" y="173979"/>
                </a:lnTo>
                <a:lnTo>
                  <a:pt x="1119082" y="143784"/>
                </a:lnTo>
                <a:lnTo>
                  <a:pt x="1080161" y="116465"/>
                </a:lnTo>
                <a:lnTo>
                  <a:pt x="1039573" y="92022"/>
                </a:lnTo>
                <a:lnTo>
                  <a:pt x="997502" y="70454"/>
                </a:lnTo>
                <a:lnTo>
                  <a:pt x="954135" y="51762"/>
                </a:lnTo>
                <a:lnTo>
                  <a:pt x="909656" y="35946"/>
                </a:lnTo>
                <a:lnTo>
                  <a:pt x="864250" y="23005"/>
                </a:lnTo>
                <a:lnTo>
                  <a:pt x="818104" y="12940"/>
                </a:lnTo>
                <a:lnTo>
                  <a:pt x="771402" y="5751"/>
                </a:lnTo>
                <a:lnTo>
                  <a:pt x="724329" y="1437"/>
                </a:lnTo>
                <a:lnTo>
                  <a:pt x="677071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507568" y="11804020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295348" y="4790190"/>
            <a:ext cx="770129" cy="77012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228589" y="0"/>
                </a:moveTo>
                <a:lnTo>
                  <a:pt x="228589" y="215886"/>
                </a:lnTo>
                <a:lnTo>
                  <a:pt x="0" y="215886"/>
                </a:lnTo>
                <a:lnTo>
                  <a:pt x="0" y="419075"/>
                </a:lnTo>
                <a:lnTo>
                  <a:pt x="228589" y="419075"/>
                </a:lnTo>
                <a:lnTo>
                  <a:pt x="228589" y="634961"/>
                </a:lnTo>
                <a:lnTo>
                  <a:pt x="634964" y="317480"/>
                </a:lnTo>
                <a:lnTo>
                  <a:pt x="228589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251095" y="7092703"/>
            <a:ext cx="770129" cy="77012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06375" y="0"/>
                </a:moveTo>
                <a:lnTo>
                  <a:pt x="0" y="317480"/>
                </a:lnTo>
                <a:lnTo>
                  <a:pt x="406375" y="634961"/>
                </a:lnTo>
                <a:lnTo>
                  <a:pt x="406375" y="419074"/>
                </a:lnTo>
                <a:lnTo>
                  <a:pt x="634954" y="419074"/>
                </a:lnTo>
                <a:lnTo>
                  <a:pt x="634954" y="215886"/>
                </a:lnTo>
                <a:lnTo>
                  <a:pt x="406375" y="215886"/>
                </a:lnTo>
                <a:lnTo>
                  <a:pt x="406375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6866783" y="8232742"/>
            <a:ext cx="2241076" cy="3289992"/>
            <a:chOff x="13906582" y="6788201"/>
            <a:chExt cx="1847850" cy="2712720"/>
          </a:xfrm>
        </p:grpSpPr>
        <p:sp>
          <p:nvSpPr>
            <p:cNvPr id="11" name="object 11"/>
            <p:cNvSpPr/>
            <p:nvPr/>
          </p:nvSpPr>
          <p:spPr>
            <a:xfrm>
              <a:off x="14844919" y="8602616"/>
              <a:ext cx="6350" cy="710565"/>
            </a:xfrm>
            <a:custGeom>
              <a:avLst/>
              <a:gdLst/>
              <a:ahLst/>
              <a:cxnLst/>
              <a:rect l="l" t="t" r="r" b="b"/>
              <a:pathLst>
                <a:path w="6350" h="710565">
                  <a:moveTo>
                    <a:pt x="6168" y="0"/>
                  </a:moveTo>
                  <a:lnTo>
                    <a:pt x="227" y="684339"/>
                  </a:lnTo>
                  <a:lnTo>
                    <a:pt x="0" y="71051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38347" y="9286029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4" h="214629">
                  <a:moveTo>
                    <a:pt x="0" y="0"/>
                  </a:moveTo>
                  <a:lnTo>
                    <a:pt x="104939" y="214525"/>
                  </a:lnTo>
                  <a:lnTo>
                    <a:pt x="213595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932759" y="6814379"/>
              <a:ext cx="497205" cy="497205"/>
            </a:xfrm>
            <a:custGeom>
              <a:avLst/>
              <a:gdLst/>
              <a:ahLst/>
              <a:cxnLst/>
              <a:rect l="l" t="t" r="r" b="b"/>
              <a:pathLst>
                <a:path w="497205" h="497204">
                  <a:moveTo>
                    <a:pt x="0" y="0"/>
                  </a:moveTo>
                  <a:lnTo>
                    <a:pt x="478696" y="478696"/>
                  </a:lnTo>
                  <a:lnTo>
                    <a:pt x="497206" y="4972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335930" y="721755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151042" y="0"/>
                  </a:moveTo>
                  <a:lnTo>
                    <a:pt x="0" y="151042"/>
                  </a:lnTo>
                  <a:lnTo>
                    <a:pt x="226558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230744" y="6814379"/>
              <a:ext cx="497205" cy="497205"/>
            </a:xfrm>
            <a:custGeom>
              <a:avLst/>
              <a:gdLst/>
              <a:ahLst/>
              <a:cxnLst/>
              <a:rect l="l" t="t" r="r" b="b"/>
              <a:pathLst>
                <a:path w="497205" h="497204">
                  <a:moveTo>
                    <a:pt x="497206" y="0"/>
                  </a:moveTo>
                  <a:lnTo>
                    <a:pt x="18510" y="478696"/>
                  </a:lnTo>
                  <a:lnTo>
                    <a:pt x="0" y="4972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098210" y="721755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75526" y="0"/>
                  </a:moveTo>
                  <a:lnTo>
                    <a:pt x="0" y="226563"/>
                  </a:lnTo>
                  <a:lnTo>
                    <a:pt x="226569" y="151042"/>
                  </a:lnTo>
                  <a:lnTo>
                    <a:pt x="7552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728216" y="4994873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292423" y="7199187"/>
            <a:ext cx="951880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Anna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506228" y="7052510"/>
            <a:ext cx="770129" cy="77012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406375" y="0"/>
                </a:moveTo>
                <a:lnTo>
                  <a:pt x="0" y="317481"/>
                </a:lnTo>
                <a:lnTo>
                  <a:pt x="406375" y="634961"/>
                </a:lnTo>
                <a:lnTo>
                  <a:pt x="406375" y="419075"/>
                </a:lnTo>
                <a:lnTo>
                  <a:pt x="634964" y="419075"/>
                </a:lnTo>
                <a:lnTo>
                  <a:pt x="634964" y="215886"/>
                </a:lnTo>
                <a:lnTo>
                  <a:pt x="406375" y="215886"/>
                </a:lnTo>
                <a:lnTo>
                  <a:pt x="406375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857388" y="6804226"/>
            <a:ext cx="1490200" cy="1347726"/>
          </a:xfrm>
          <a:custGeom>
            <a:avLst/>
            <a:gdLst/>
            <a:ahLst/>
            <a:cxnLst/>
            <a:rect l="l" t="t" r="r" b="b"/>
            <a:pathLst>
              <a:path w="1228725" h="1111250">
                <a:moveTo>
                  <a:pt x="614363" y="0"/>
                </a:moveTo>
                <a:lnTo>
                  <a:pt x="567232" y="1626"/>
                </a:lnTo>
                <a:lnTo>
                  <a:pt x="520324" y="6506"/>
                </a:lnTo>
                <a:lnTo>
                  <a:pt x="473864" y="14638"/>
                </a:lnTo>
                <a:lnTo>
                  <a:pt x="428074" y="26024"/>
                </a:lnTo>
                <a:lnTo>
                  <a:pt x="383179" y="40663"/>
                </a:lnTo>
                <a:lnTo>
                  <a:pt x="339402" y="58555"/>
                </a:lnTo>
                <a:lnTo>
                  <a:pt x="296967" y="79701"/>
                </a:lnTo>
                <a:lnTo>
                  <a:pt x="256097" y="104099"/>
                </a:lnTo>
                <a:lnTo>
                  <a:pt x="217016" y="131750"/>
                </a:lnTo>
                <a:lnTo>
                  <a:pt x="179947" y="162655"/>
                </a:lnTo>
                <a:lnTo>
                  <a:pt x="145757" y="196163"/>
                </a:lnTo>
                <a:lnTo>
                  <a:pt x="115166" y="231490"/>
                </a:lnTo>
                <a:lnTo>
                  <a:pt x="88174" y="268435"/>
                </a:lnTo>
                <a:lnTo>
                  <a:pt x="64781" y="306794"/>
                </a:lnTo>
                <a:lnTo>
                  <a:pt x="44986" y="346365"/>
                </a:lnTo>
                <a:lnTo>
                  <a:pt x="28791" y="386948"/>
                </a:lnTo>
                <a:lnTo>
                  <a:pt x="16195" y="428339"/>
                </a:lnTo>
                <a:lnTo>
                  <a:pt x="7197" y="470336"/>
                </a:lnTo>
                <a:lnTo>
                  <a:pt x="1799" y="512737"/>
                </a:lnTo>
                <a:lnTo>
                  <a:pt x="0" y="555341"/>
                </a:lnTo>
                <a:lnTo>
                  <a:pt x="1799" y="597944"/>
                </a:lnTo>
                <a:lnTo>
                  <a:pt x="7197" y="640346"/>
                </a:lnTo>
                <a:lnTo>
                  <a:pt x="16195" y="682343"/>
                </a:lnTo>
                <a:lnTo>
                  <a:pt x="28791" y="723734"/>
                </a:lnTo>
                <a:lnTo>
                  <a:pt x="44986" y="764316"/>
                </a:lnTo>
                <a:lnTo>
                  <a:pt x="64781" y="803888"/>
                </a:lnTo>
                <a:lnTo>
                  <a:pt x="88174" y="842247"/>
                </a:lnTo>
                <a:lnTo>
                  <a:pt x="115166" y="879191"/>
                </a:lnTo>
                <a:lnTo>
                  <a:pt x="145757" y="914518"/>
                </a:lnTo>
                <a:lnTo>
                  <a:pt x="179947" y="948026"/>
                </a:lnTo>
                <a:lnTo>
                  <a:pt x="217016" y="978930"/>
                </a:lnTo>
                <a:lnTo>
                  <a:pt x="256097" y="1006582"/>
                </a:lnTo>
                <a:lnTo>
                  <a:pt x="296967" y="1030980"/>
                </a:lnTo>
                <a:lnTo>
                  <a:pt x="339402" y="1052125"/>
                </a:lnTo>
                <a:lnTo>
                  <a:pt x="383179" y="1070018"/>
                </a:lnTo>
                <a:lnTo>
                  <a:pt x="428074" y="1084657"/>
                </a:lnTo>
                <a:lnTo>
                  <a:pt x="473864" y="1096042"/>
                </a:lnTo>
                <a:lnTo>
                  <a:pt x="520324" y="1104175"/>
                </a:lnTo>
                <a:lnTo>
                  <a:pt x="567232" y="1109055"/>
                </a:lnTo>
                <a:lnTo>
                  <a:pt x="614363" y="1110681"/>
                </a:lnTo>
                <a:lnTo>
                  <a:pt x="661494" y="1109055"/>
                </a:lnTo>
                <a:lnTo>
                  <a:pt x="708402" y="1104175"/>
                </a:lnTo>
                <a:lnTo>
                  <a:pt x="754862" y="1096042"/>
                </a:lnTo>
                <a:lnTo>
                  <a:pt x="800652" y="1084657"/>
                </a:lnTo>
                <a:lnTo>
                  <a:pt x="845547" y="1070018"/>
                </a:lnTo>
                <a:lnTo>
                  <a:pt x="889324" y="1052125"/>
                </a:lnTo>
                <a:lnTo>
                  <a:pt x="931759" y="1030980"/>
                </a:lnTo>
                <a:lnTo>
                  <a:pt x="972629" y="1006582"/>
                </a:lnTo>
                <a:lnTo>
                  <a:pt x="1011710" y="978930"/>
                </a:lnTo>
                <a:lnTo>
                  <a:pt x="1048779" y="948026"/>
                </a:lnTo>
                <a:lnTo>
                  <a:pt x="1082968" y="914518"/>
                </a:lnTo>
                <a:lnTo>
                  <a:pt x="1113557" y="879191"/>
                </a:lnTo>
                <a:lnTo>
                  <a:pt x="1140548" y="842247"/>
                </a:lnTo>
                <a:lnTo>
                  <a:pt x="1163940" y="803888"/>
                </a:lnTo>
                <a:lnTo>
                  <a:pt x="1183734" y="764316"/>
                </a:lnTo>
                <a:lnTo>
                  <a:pt x="1199928" y="723734"/>
                </a:lnTo>
                <a:lnTo>
                  <a:pt x="1212524" y="682343"/>
                </a:lnTo>
                <a:lnTo>
                  <a:pt x="1221521" y="640346"/>
                </a:lnTo>
                <a:lnTo>
                  <a:pt x="1226919" y="597944"/>
                </a:lnTo>
                <a:lnTo>
                  <a:pt x="1228719" y="555341"/>
                </a:lnTo>
                <a:lnTo>
                  <a:pt x="1226919" y="512737"/>
                </a:lnTo>
                <a:lnTo>
                  <a:pt x="1221521" y="470336"/>
                </a:lnTo>
                <a:lnTo>
                  <a:pt x="1212524" y="428339"/>
                </a:lnTo>
                <a:lnTo>
                  <a:pt x="1199928" y="386948"/>
                </a:lnTo>
                <a:lnTo>
                  <a:pt x="1183734" y="346365"/>
                </a:lnTo>
                <a:lnTo>
                  <a:pt x="1163940" y="306794"/>
                </a:lnTo>
                <a:lnTo>
                  <a:pt x="1140548" y="268435"/>
                </a:lnTo>
                <a:lnTo>
                  <a:pt x="1113557" y="231490"/>
                </a:lnTo>
                <a:lnTo>
                  <a:pt x="1082968" y="196163"/>
                </a:lnTo>
                <a:lnTo>
                  <a:pt x="1048779" y="162655"/>
                </a:lnTo>
                <a:lnTo>
                  <a:pt x="1011710" y="131750"/>
                </a:lnTo>
                <a:lnTo>
                  <a:pt x="972629" y="104099"/>
                </a:lnTo>
                <a:lnTo>
                  <a:pt x="931759" y="79701"/>
                </a:lnTo>
                <a:lnTo>
                  <a:pt x="889324" y="58555"/>
                </a:lnTo>
                <a:lnTo>
                  <a:pt x="845547" y="40663"/>
                </a:lnTo>
                <a:lnTo>
                  <a:pt x="800652" y="26024"/>
                </a:lnTo>
                <a:lnTo>
                  <a:pt x="754862" y="14638"/>
                </a:lnTo>
                <a:lnTo>
                  <a:pt x="708402" y="6506"/>
                </a:lnTo>
                <a:lnTo>
                  <a:pt x="661494" y="1626"/>
                </a:lnTo>
                <a:lnTo>
                  <a:pt x="614363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6034649" y="7009221"/>
            <a:ext cx="113594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r>
              <a:rPr sz="4000" b="1" spc="-557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b="1" spc="-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8589962" y="6804227"/>
            <a:ext cx="1424739" cy="1347726"/>
          </a:xfrm>
          <a:custGeom>
            <a:avLst/>
            <a:gdLst/>
            <a:ahLst/>
            <a:cxnLst/>
            <a:rect l="l" t="t" r="r" b="b"/>
            <a:pathLst>
              <a:path w="1174750" h="1111250">
                <a:moveTo>
                  <a:pt x="587268" y="0"/>
                </a:moveTo>
                <a:lnTo>
                  <a:pt x="542172" y="1633"/>
                </a:lnTo>
                <a:lnTo>
                  <a:pt x="497290" y="6520"/>
                </a:lnTo>
                <a:lnTo>
                  <a:pt x="452836" y="14660"/>
                </a:lnTo>
                <a:lnTo>
                  <a:pt x="409025" y="26053"/>
                </a:lnTo>
                <a:lnTo>
                  <a:pt x="366071" y="40699"/>
                </a:lnTo>
                <a:lnTo>
                  <a:pt x="324186" y="58598"/>
                </a:lnTo>
                <a:lnTo>
                  <a:pt x="283585" y="79750"/>
                </a:lnTo>
                <a:lnTo>
                  <a:pt x="244483" y="104155"/>
                </a:lnTo>
                <a:lnTo>
                  <a:pt x="207093" y="131812"/>
                </a:lnTo>
                <a:lnTo>
                  <a:pt x="171629" y="162723"/>
                </a:lnTo>
                <a:lnTo>
                  <a:pt x="137295" y="198052"/>
                </a:lnTo>
                <a:lnTo>
                  <a:pt x="106777" y="235384"/>
                </a:lnTo>
                <a:lnTo>
                  <a:pt x="80075" y="274484"/>
                </a:lnTo>
                <a:lnTo>
                  <a:pt x="57188" y="315116"/>
                </a:lnTo>
                <a:lnTo>
                  <a:pt x="38118" y="357044"/>
                </a:lnTo>
                <a:lnTo>
                  <a:pt x="22863" y="400031"/>
                </a:lnTo>
                <a:lnTo>
                  <a:pt x="11424" y="443844"/>
                </a:lnTo>
                <a:lnTo>
                  <a:pt x="3800" y="488245"/>
                </a:lnTo>
                <a:lnTo>
                  <a:pt x="8" y="532809"/>
                </a:lnTo>
                <a:lnTo>
                  <a:pt x="0" y="577871"/>
                </a:lnTo>
                <a:lnTo>
                  <a:pt x="3822" y="622624"/>
                </a:lnTo>
                <a:lnTo>
                  <a:pt x="11461" y="667022"/>
                </a:lnTo>
                <a:lnTo>
                  <a:pt x="22914" y="710831"/>
                </a:lnTo>
                <a:lnTo>
                  <a:pt x="38183" y="753814"/>
                </a:lnTo>
                <a:lnTo>
                  <a:pt x="57267" y="795736"/>
                </a:lnTo>
                <a:lnTo>
                  <a:pt x="80166" y="836360"/>
                </a:lnTo>
                <a:lnTo>
                  <a:pt x="106881" y="875451"/>
                </a:lnTo>
                <a:lnTo>
                  <a:pt x="137410" y="912774"/>
                </a:lnTo>
                <a:lnTo>
                  <a:pt x="171754" y="948092"/>
                </a:lnTo>
                <a:lnTo>
                  <a:pt x="207229" y="978991"/>
                </a:lnTo>
                <a:lnTo>
                  <a:pt x="244628" y="1006636"/>
                </a:lnTo>
                <a:lnTo>
                  <a:pt x="283739" y="1031028"/>
                </a:lnTo>
                <a:lnTo>
                  <a:pt x="324346" y="1052167"/>
                </a:lnTo>
                <a:lnTo>
                  <a:pt x="366236" y="1070052"/>
                </a:lnTo>
                <a:lnTo>
                  <a:pt x="409195" y="1084684"/>
                </a:lnTo>
                <a:lnTo>
                  <a:pt x="453010" y="1096063"/>
                </a:lnTo>
                <a:lnTo>
                  <a:pt x="497465" y="1104188"/>
                </a:lnTo>
                <a:lnTo>
                  <a:pt x="542348" y="1109061"/>
                </a:lnTo>
                <a:lnTo>
                  <a:pt x="587445" y="1110680"/>
                </a:lnTo>
                <a:lnTo>
                  <a:pt x="632540" y="1109046"/>
                </a:lnTo>
                <a:lnTo>
                  <a:pt x="677422" y="1104159"/>
                </a:lnTo>
                <a:lnTo>
                  <a:pt x="721875" y="1096019"/>
                </a:lnTo>
                <a:lnTo>
                  <a:pt x="765685" y="1084626"/>
                </a:lnTo>
                <a:lnTo>
                  <a:pt x="808640" y="1069980"/>
                </a:lnTo>
                <a:lnTo>
                  <a:pt x="850524" y="1052081"/>
                </a:lnTo>
                <a:lnTo>
                  <a:pt x="891124" y="1030930"/>
                </a:lnTo>
                <a:lnTo>
                  <a:pt x="930226" y="1006525"/>
                </a:lnTo>
                <a:lnTo>
                  <a:pt x="967616" y="978868"/>
                </a:lnTo>
                <a:lnTo>
                  <a:pt x="1003080" y="947957"/>
                </a:lnTo>
                <a:lnTo>
                  <a:pt x="1037414" y="912628"/>
                </a:lnTo>
                <a:lnTo>
                  <a:pt x="1067932" y="875296"/>
                </a:lnTo>
                <a:lnTo>
                  <a:pt x="1094634" y="836196"/>
                </a:lnTo>
                <a:lnTo>
                  <a:pt x="1117520" y="795564"/>
                </a:lnTo>
                <a:lnTo>
                  <a:pt x="1136591" y="753636"/>
                </a:lnTo>
                <a:lnTo>
                  <a:pt x="1151846" y="710648"/>
                </a:lnTo>
                <a:lnTo>
                  <a:pt x="1163285" y="666836"/>
                </a:lnTo>
                <a:lnTo>
                  <a:pt x="1170909" y="622435"/>
                </a:lnTo>
                <a:lnTo>
                  <a:pt x="1174700" y="577871"/>
                </a:lnTo>
                <a:lnTo>
                  <a:pt x="1174709" y="532809"/>
                </a:lnTo>
                <a:lnTo>
                  <a:pt x="1170886" y="488056"/>
                </a:lnTo>
                <a:lnTo>
                  <a:pt x="1163248" y="443657"/>
                </a:lnTo>
                <a:lnTo>
                  <a:pt x="1151794" y="399848"/>
                </a:lnTo>
                <a:lnTo>
                  <a:pt x="1136526" y="356865"/>
                </a:lnTo>
                <a:lnTo>
                  <a:pt x="1117442" y="314944"/>
                </a:lnTo>
                <a:lnTo>
                  <a:pt x="1094542" y="274320"/>
                </a:lnTo>
                <a:lnTo>
                  <a:pt x="1067828" y="235228"/>
                </a:lnTo>
                <a:lnTo>
                  <a:pt x="1037299" y="197906"/>
                </a:lnTo>
                <a:lnTo>
                  <a:pt x="1002954" y="162587"/>
                </a:lnTo>
                <a:lnTo>
                  <a:pt x="967481" y="131689"/>
                </a:lnTo>
                <a:lnTo>
                  <a:pt x="930083" y="104043"/>
                </a:lnTo>
                <a:lnTo>
                  <a:pt x="890974" y="79651"/>
                </a:lnTo>
                <a:lnTo>
                  <a:pt x="850367" y="58513"/>
                </a:lnTo>
                <a:lnTo>
                  <a:pt x="808477" y="40628"/>
                </a:lnTo>
                <a:lnTo>
                  <a:pt x="765518" y="25996"/>
                </a:lnTo>
                <a:lnTo>
                  <a:pt x="721704" y="14617"/>
                </a:lnTo>
                <a:lnTo>
                  <a:pt x="677248" y="6491"/>
                </a:lnTo>
                <a:lnTo>
                  <a:pt x="632365" y="1619"/>
                </a:lnTo>
                <a:lnTo>
                  <a:pt x="58726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8778386" y="7013074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291088" y="4452127"/>
            <a:ext cx="1642685" cy="1446303"/>
          </a:xfrm>
          <a:custGeom>
            <a:avLst/>
            <a:gdLst/>
            <a:ahLst/>
            <a:cxnLst/>
            <a:rect l="l" t="t" r="r" b="b"/>
            <a:pathLst>
              <a:path w="1354455" h="1192529">
                <a:moveTo>
                  <a:pt x="677071" y="0"/>
                </a:moveTo>
                <a:lnTo>
                  <a:pt x="629813" y="1443"/>
                </a:lnTo>
                <a:lnTo>
                  <a:pt x="582740" y="5772"/>
                </a:lnTo>
                <a:lnTo>
                  <a:pt x="536038" y="12989"/>
                </a:lnTo>
                <a:lnTo>
                  <a:pt x="489891" y="23091"/>
                </a:lnTo>
                <a:lnTo>
                  <a:pt x="444486" y="36080"/>
                </a:lnTo>
                <a:lnTo>
                  <a:pt x="400007" y="51956"/>
                </a:lnTo>
                <a:lnTo>
                  <a:pt x="356640" y="70717"/>
                </a:lnTo>
                <a:lnTo>
                  <a:pt x="314569" y="92366"/>
                </a:lnTo>
                <a:lnTo>
                  <a:pt x="273981" y="116901"/>
                </a:lnTo>
                <a:lnTo>
                  <a:pt x="235059" y="144322"/>
                </a:lnTo>
                <a:lnTo>
                  <a:pt x="197991" y="174630"/>
                </a:lnTo>
                <a:lnTo>
                  <a:pt x="161993" y="208845"/>
                </a:lnTo>
                <a:lnTo>
                  <a:pt x="129594" y="244842"/>
                </a:lnTo>
                <a:lnTo>
                  <a:pt x="100795" y="282432"/>
                </a:lnTo>
                <a:lnTo>
                  <a:pt x="75596" y="321428"/>
                </a:lnTo>
                <a:lnTo>
                  <a:pt x="53997" y="361643"/>
                </a:lnTo>
                <a:lnTo>
                  <a:pt x="35998" y="402888"/>
                </a:lnTo>
                <a:lnTo>
                  <a:pt x="21599" y="444977"/>
                </a:lnTo>
                <a:lnTo>
                  <a:pt x="10799" y="487722"/>
                </a:lnTo>
                <a:lnTo>
                  <a:pt x="3599" y="530936"/>
                </a:lnTo>
                <a:lnTo>
                  <a:pt x="0" y="574431"/>
                </a:lnTo>
                <a:lnTo>
                  <a:pt x="0" y="618020"/>
                </a:lnTo>
                <a:lnTo>
                  <a:pt x="3599" y="661515"/>
                </a:lnTo>
                <a:lnTo>
                  <a:pt x="10799" y="704728"/>
                </a:lnTo>
                <a:lnTo>
                  <a:pt x="21599" y="747474"/>
                </a:lnTo>
                <a:lnTo>
                  <a:pt x="35998" y="789562"/>
                </a:lnTo>
                <a:lnTo>
                  <a:pt x="53997" y="830808"/>
                </a:lnTo>
                <a:lnTo>
                  <a:pt x="75596" y="871022"/>
                </a:lnTo>
                <a:lnTo>
                  <a:pt x="100795" y="910018"/>
                </a:lnTo>
                <a:lnTo>
                  <a:pt x="129594" y="947608"/>
                </a:lnTo>
                <a:lnTo>
                  <a:pt x="161993" y="983605"/>
                </a:lnTo>
                <a:lnTo>
                  <a:pt x="197991" y="1017821"/>
                </a:lnTo>
                <a:lnTo>
                  <a:pt x="235059" y="1048128"/>
                </a:lnTo>
                <a:lnTo>
                  <a:pt x="273981" y="1075550"/>
                </a:lnTo>
                <a:lnTo>
                  <a:pt x="314569" y="1100085"/>
                </a:lnTo>
                <a:lnTo>
                  <a:pt x="356640" y="1121733"/>
                </a:lnTo>
                <a:lnTo>
                  <a:pt x="400007" y="1140495"/>
                </a:lnTo>
                <a:lnTo>
                  <a:pt x="444486" y="1156371"/>
                </a:lnTo>
                <a:lnTo>
                  <a:pt x="489891" y="1169360"/>
                </a:lnTo>
                <a:lnTo>
                  <a:pt x="536038" y="1179462"/>
                </a:lnTo>
                <a:lnTo>
                  <a:pt x="582740" y="1186678"/>
                </a:lnTo>
                <a:lnTo>
                  <a:pt x="629813" y="1191008"/>
                </a:lnTo>
                <a:lnTo>
                  <a:pt x="677071" y="1192451"/>
                </a:lnTo>
                <a:lnTo>
                  <a:pt x="724329" y="1191008"/>
                </a:lnTo>
                <a:lnTo>
                  <a:pt x="771402" y="1186678"/>
                </a:lnTo>
                <a:lnTo>
                  <a:pt x="818104" y="1179462"/>
                </a:lnTo>
                <a:lnTo>
                  <a:pt x="864250" y="1169360"/>
                </a:lnTo>
                <a:lnTo>
                  <a:pt x="909656" y="1156371"/>
                </a:lnTo>
                <a:lnTo>
                  <a:pt x="954135" y="1140495"/>
                </a:lnTo>
                <a:lnTo>
                  <a:pt x="997502" y="1121733"/>
                </a:lnTo>
                <a:lnTo>
                  <a:pt x="1039573" y="1100085"/>
                </a:lnTo>
                <a:lnTo>
                  <a:pt x="1080161" y="1075550"/>
                </a:lnTo>
                <a:lnTo>
                  <a:pt x="1119082" y="1048128"/>
                </a:lnTo>
                <a:lnTo>
                  <a:pt x="1156150" y="1017821"/>
                </a:lnTo>
                <a:lnTo>
                  <a:pt x="1192149" y="983605"/>
                </a:lnTo>
                <a:lnTo>
                  <a:pt x="1224548" y="947608"/>
                </a:lnTo>
                <a:lnTo>
                  <a:pt x="1253346" y="910018"/>
                </a:lnTo>
                <a:lnTo>
                  <a:pt x="1278545" y="871022"/>
                </a:lnTo>
                <a:lnTo>
                  <a:pt x="1300144" y="830808"/>
                </a:lnTo>
                <a:lnTo>
                  <a:pt x="1318144" y="789562"/>
                </a:lnTo>
                <a:lnTo>
                  <a:pt x="1332543" y="747474"/>
                </a:lnTo>
                <a:lnTo>
                  <a:pt x="1343343" y="704728"/>
                </a:lnTo>
                <a:lnTo>
                  <a:pt x="1350542" y="661515"/>
                </a:lnTo>
                <a:lnTo>
                  <a:pt x="1354142" y="618020"/>
                </a:lnTo>
                <a:lnTo>
                  <a:pt x="1354142" y="574431"/>
                </a:lnTo>
                <a:lnTo>
                  <a:pt x="1350542" y="530936"/>
                </a:lnTo>
                <a:lnTo>
                  <a:pt x="1343343" y="487722"/>
                </a:lnTo>
                <a:lnTo>
                  <a:pt x="1332543" y="444977"/>
                </a:lnTo>
                <a:lnTo>
                  <a:pt x="1318144" y="402888"/>
                </a:lnTo>
                <a:lnTo>
                  <a:pt x="1300144" y="361643"/>
                </a:lnTo>
                <a:lnTo>
                  <a:pt x="1278545" y="321428"/>
                </a:lnTo>
                <a:lnTo>
                  <a:pt x="1253346" y="282432"/>
                </a:lnTo>
                <a:lnTo>
                  <a:pt x="1224548" y="244842"/>
                </a:lnTo>
                <a:lnTo>
                  <a:pt x="1192149" y="208845"/>
                </a:lnTo>
                <a:lnTo>
                  <a:pt x="1156150" y="174630"/>
                </a:lnTo>
                <a:lnTo>
                  <a:pt x="1119082" y="144322"/>
                </a:lnTo>
                <a:lnTo>
                  <a:pt x="1080161" y="116901"/>
                </a:lnTo>
                <a:lnTo>
                  <a:pt x="1039573" y="92366"/>
                </a:lnTo>
                <a:lnTo>
                  <a:pt x="997502" y="70717"/>
                </a:lnTo>
                <a:lnTo>
                  <a:pt x="954135" y="51956"/>
                </a:lnTo>
                <a:lnTo>
                  <a:pt x="909656" y="36080"/>
                </a:lnTo>
                <a:lnTo>
                  <a:pt x="864250" y="23091"/>
                </a:lnTo>
                <a:lnTo>
                  <a:pt x="818104" y="12989"/>
                </a:lnTo>
                <a:lnTo>
                  <a:pt x="771402" y="5772"/>
                </a:lnTo>
                <a:lnTo>
                  <a:pt x="724329" y="1443"/>
                </a:lnTo>
                <a:lnTo>
                  <a:pt x="677071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7502489" y="4714665"/>
            <a:ext cx="121988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3G379H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710293" y="5903755"/>
            <a:ext cx="2531414" cy="806325"/>
            <a:chOff x="13777549" y="4867864"/>
            <a:chExt cx="2087245" cy="664845"/>
          </a:xfrm>
        </p:grpSpPr>
        <p:sp>
          <p:nvSpPr>
            <p:cNvPr id="27" name="object 27"/>
            <p:cNvSpPr/>
            <p:nvPr/>
          </p:nvSpPr>
          <p:spPr>
            <a:xfrm>
              <a:off x="13910082" y="4894041"/>
              <a:ext cx="506095" cy="506095"/>
            </a:xfrm>
            <a:custGeom>
              <a:avLst/>
              <a:gdLst/>
              <a:ahLst/>
              <a:cxnLst/>
              <a:rect l="l" t="t" r="r" b="b"/>
              <a:pathLst>
                <a:path w="506094" h="506095">
                  <a:moveTo>
                    <a:pt x="506097" y="0"/>
                  </a:moveTo>
                  <a:lnTo>
                    <a:pt x="18510" y="487587"/>
                  </a:lnTo>
                  <a:lnTo>
                    <a:pt x="0" y="506097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777549" y="5306108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75526" y="0"/>
                  </a:moveTo>
                  <a:lnTo>
                    <a:pt x="0" y="226562"/>
                  </a:lnTo>
                  <a:lnTo>
                    <a:pt x="226569" y="151042"/>
                  </a:lnTo>
                  <a:lnTo>
                    <a:pt x="7552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245065" y="4903725"/>
              <a:ext cx="487045" cy="487045"/>
            </a:xfrm>
            <a:custGeom>
              <a:avLst/>
              <a:gdLst/>
              <a:ahLst/>
              <a:cxnLst/>
              <a:rect l="l" t="t" r="r" b="b"/>
              <a:pathLst>
                <a:path w="487044" h="487045">
                  <a:moveTo>
                    <a:pt x="0" y="0"/>
                  </a:moveTo>
                  <a:lnTo>
                    <a:pt x="468222" y="468222"/>
                  </a:lnTo>
                  <a:lnTo>
                    <a:pt x="486732" y="486732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637775" y="5296426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151042" y="0"/>
                  </a:moveTo>
                  <a:lnTo>
                    <a:pt x="0" y="151041"/>
                  </a:lnTo>
                  <a:lnTo>
                    <a:pt x="226558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5252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664044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915105"/>
            <a:ext cx="6831988" cy="785772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9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49" dirty="0">
                <a:solidFill>
                  <a:srgbClr val="838787"/>
                </a:solidFill>
                <a:latin typeface="Arial"/>
                <a:cs typeface="Arial"/>
              </a:rPr>
              <a:t>Fast-forward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89101" y="8626736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47964" y="8948161"/>
            <a:ext cx="116289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3" dirty="0">
                <a:solidFill>
                  <a:srgbClr val="FFFFFF"/>
                </a:solidFill>
                <a:latin typeface="Calibri"/>
                <a:cs typeface="Calibri"/>
              </a:rPr>
              <a:t>29EF42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89101" y="11567780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2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7"/>
                </a:lnTo>
                <a:lnTo>
                  <a:pt x="3070" y="719971"/>
                </a:lnTo>
                <a:lnTo>
                  <a:pt x="9210" y="763370"/>
                </a:lnTo>
                <a:lnTo>
                  <a:pt x="18421" y="806378"/>
                </a:lnTo>
                <a:lnTo>
                  <a:pt x="30702" y="848836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2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2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7"/>
                </a:lnTo>
                <a:lnTo>
                  <a:pt x="399569" y="1248051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1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1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1"/>
                </a:lnTo>
                <a:lnTo>
                  <a:pt x="1028192" y="1227747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2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2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6"/>
                </a:lnTo>
                <a:lnTo>
                  <a:pt x="1367133" y="806378"/>
                </a:lnTo>
                <a:lnTo>
                  <a:pt x="1376344" y="763370"/>
                </a:lnTo>
                <a:lnTo>
                  <a:pt x="1382484" y="719971"/>
                </a:lnTo>
                <a:lnTo>
                  <a:pt x="1385555" y="676337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2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24602" y="11896053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515133" y="3594791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43" y="0"/>
                </a:moveTo>
                <a:lnTo>
                  <a:pt x="269543" y="254569"/>
                </a:lnTo>
                <a:lnTo>
                  <a:pt x="0" y="254569"/>
                </a:lnTo>
                <a:lnTo>
                  <a:pt x="0" y="494162"/>
                </a:lnTo>
                <a:lnTo>
                  <a:pt x="269543" y="494162"/>
                </a:lnTo>
                <a:lnTo>
                  <a:pt x="269543" y="748732"/>
                </a:lnTo>
                <a:lnTo>
                  <a:pt x="748732" y="374365"/>
                </a:lnTo>
                <a:lnTo>
                  <a:pt x="269543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35407" y="3594791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479188" y="0"/>
                </a:moveTo>
                <a:lnTo>
                  <a:pt x="0" y="374365"/>
                </a:lnTo>
                <a:lnTo>
                  <a:pt x="479188" y="748732"/>
                </a:lnTo>
                <a:lnTo>
                  <a:pt x="479188" y="494162"/>
                </a:lnTo>
                <a:lnTo>
                  <a:pt x="748732" y="494162"/>
                </a:lnTo>
                <a:lnTo>
                  <a:pt x="748732" y="254569"/>
                </a:lnTo>
                <a:lnTo>
                  <a:pt x="479188" y="254569"/>
                </a:lnTo>
                <a:lnTo>
                  <a:pt x="479188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194634" y="7659859"/>
            <a:ext cx="2631531" cy="3873750"/>
            <a:chOff x="7580610" y="6315838"/>
            <a:chExt cx="2169795" cy="3194050"/>
          </a:xfrm>
        </p:grpSpPr>
        <p:sp>
          <p:nvSpPr>
            <p:cNvPr id="11" name="object 11"/>
            <p:cNvSpPr/>
            <p:nvPr/>
          </p:nvSpPr>
          <p:spPr>
            <a:xfrm>
              <a:off x="8682097" y="8450664"/>
              <a:ext cx="7620" cy="871855"/>
            </a:xfrm>
            <a:custGeom>
              <a:avLst/>
              <a:gdLst/>
              <a:ahLst/>
              <a:cxnLst/>
              <a:rect l="l" t="t" r="r" b="b"/>
              <a:pathLst>
                <a:path w="7620" h="871854">
                  <a:moveTo>
                    <a:pt x="7564" y="0"/>
                  </a:moveTo>
                  <a:lnTo>
                    <a:pt x="227" y="845229"/>
                  </a:lnTo>
                  <a:lnTo>
                    <a:pt x="0" y="8714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5525" y="9294966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5"/>
                  </a:lnTo>
                  <a:lnTo>
                    <a:pt x="213597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06788" y="6342015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0" y="0"/>
                  </a:moveTo>
                  <a:lnTo>
                    <a:pt x="591530" y="591530"/>
                  </a:lnTo>
                  <a:lnTo>
                    <a:pt x="61004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22797" y="685802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62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13598" y="6342015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610040" y="0"/>
                  </a:moveTo>
                  <a:lnTo>
                    <a:pt x="18510" y="591530"/>
                  </a:lnTo>
                  <a:lnTo>
                    <a:pt x="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981066" y="685802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3"/>
                  </a:lnTo>
                  <a:lnTo>
                    <a:pt x="226563" y="151042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85417" y="3767392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56977" y="3726666"/>
            <a:ext cx="1125159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103" dirty="0">
                <a:solidFill>
                  <a:srgbClr val="FFFFFF"/>
                </a:solidFill>
                <a:latin typeface="Arial"/>
                <a:cs typeface="Arial"/>
              </a:rPr>
              <a:t>Anna*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189786" y="3547398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479189" y="0"/>
                </a:moveTo>
                <a:lnTo>
                  <a:pt x="0" y="374365"/>
                </a:lnTo>
                <a:lnTo>
                  <a:pt x="479189" y="748732"/>
                </a:lnTo>
                <a:lnTo>
                  <a:pt x="479189" y="494162"/>
                </a:lnTo>
                <a:lnTo>
                  <a:pt x="748731" y="494162"/>
                </a:lnTo>
                <a:lnTo>
                  <a:pt x="748731" y="254568"/>
                </a:lnTo>
                <a:lnTo>
                  <a:pt x="479189" y="254568"/>
                </a:lnTo>
                <a:lnTo>
                  <a:pt x="479189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405472" y="3767392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99161" y="5970135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1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7"/>
                </a:lnTo>
                <a:lnTo>
                  <a:pt x="18421" y="502585"/>
                </a:lnTo>
                <a:lnTo>
                  <a:pt x="9210" y="545593"/>
                </a:lnTo>
                <a:lnTo>
                  <a:pt x="3070" y="588992"/>
                </a:lnTo>
                <a:lnTo>
                  <a:pt x="0" y="632626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6"/>
                </a:lnTo>
                <a:lnTo>
                  <a:pt x="1382484" y="588992"/>
                </a:lnTo>
                <a:lnTo>
                  <a:pt x="1376344" y="545593"/>
                </a:lnTo>
                <a:lnTo>
                  <a:pt x="1367133" y="502585"/>
                </a:lnTo>
                <a:lnTo>
                  <a:pt x="1354852" y="460127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1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271490" y="6297318"/>
            <a:ext cx="113594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r>
              <a:rPr sz="4000" b="1" spc="-557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b="1" spc="-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220667" y="5970132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803" y="0"/>
                </a:moveTo>
                <a:lnTo>
                  <a:pt x="669533" y="7"/>
                </a:lnTo>
                <a:lnTo>
                  <a:pt x="623346" y="2915"/>
                </a:lnTo>
                <a:lnTo>
                  <a:pt x="577408" y="8724"/>
                </a:lnTo>
                <a:lnTo>
                  <a:pt x="531886" y="17433"/>
                </a:lnTo>
                <a:lnTo>
                  <a:pt x="486945" y="29042"/>
                </a:lnTo>
                <a:lnTo>
                  <a:pt x="442751" y="43552"/>
                </a:lnTo>
                <a:lnTo>
                  <a:pt x="399469" y="60963"/>
                </a:lnTo>
                <a:lnTo>
                  <a:pt x="357267" y="81273"/>
                </a:lnTo>
                <a:lnTo>
                  <a:pt x="316308" y="104484"/>
                </a:lnTo>
                <a:lnTo>
                  <a:pt x="276761" y="130596"/>
                </a:lnTo>
                <a:lnTo>
                  <a:pt x="238789" y="159608"/>
                </a:lnTo>
                <a:lnTo>
                  <a:pt x="202560" y="191520"/>
                </a:lnTo>
                <a:lnTo>
                  <a:pt x="168792" y="225757"/>
                </a:lnTo>
                <a:lnTo>
                  <a:pt x="138095" y="261638"/>
                </a:lnTo>
                <a:lnTo>
                  <a:pt x="110469" y="299008"/>
                </a:lnTo>
                <a:lnTo>
                  <a:pt x="85913" y="337710"/>
                </a:lnTo>
                <a:lnTo>
                  <a:pt x="64427" y="377587"/>
                </a:lnTo>
                <a:lnTo>
                  <a:pt x="46012" y="418481"/>
                </a:lnTo>
                <a:lnTo>
                  <a:pt x="30667" y="460237"/>
                </a:lnTo>
                <a:lnTo>
                  <a:pt x="18393" y="502698"/>
                </a:lnTo>
                <a:lnTo>
                  <a:pt x="9189" y="545706"/>
                </a:lnTo>
                <a:lnTo>
                  <a:pt x="3056" y="589106"/>
                </a:lnTo>
                <a:lnTo>
                  <a:pt x="8" y="632516"/>
                </a:lnTo>
                <a:lnTo>
                  <a:pt x="0" y="676453"/>
                </a:lnTo>
                <a:lnTo>
                  <a:pt x="3077" y="720087"/>
                </a:lnTo>
                <a:lnTo>
                  <a:pt x="9224" y="763485"/>
                </a:lnTo>
                <a:lnTo>
                  <a:pt x="18442" y="806490"/>
                </a:lnTo>
                <a:lnTo>
                  <a:pt x="30730" y="848947"/>
                </a:lnTo>
                <a:lnTo>
                  <a:pt x="46088" y="890698"/>
                </a:lnTo>
                <a:lnTo>
                  <a:pt x="64517" y="931587"/>
                </a:lnTo>
                <a:lnTo>
                  <a:pt x="86015" y="971456"/>
                </a:lnTo>
                <a:lnTo>
                  <a:pt x="110584" y="1010150"/>
                </a:lnTo>
                <a:lnTo>
                  <a:pt x="138222" y="1047511"/>
                </a:lnTo>
                <a:lnTo>
                  <a:pt x="168931" y="1083383"/>
                </a:lnTo>
                <a:lnTo>
                  <a:pt x="202710" y="1117609"/>
                </a:lnTo>
                <a:lnTo>
                  <a:pt x="238949" y="1149509"/>
                </a:lnTo>
                <a:lnTo>
                  <a:pt x="276930" y="1178509"/>
                </a:lnTo>
                <a:lnTo>
                  <a:pt x="316486" y="1204607"/>
                </a:lnTo>
                <a:lnTo>
                  <a:pt x="357452" y="1227805"/>
                </a:lnTo>
                <a:lnTo>
                  <a:pt x="399661" y="1248102"/>
                </a:lnTo>
                <a:lnTo>
                  <a:pt x="442948" y="1265499"/>
                </a:lnTo>
                <a:lnTo>
                  <a:pt x="487147" y="1279994"/>
                </a:lnTo>
                <a:lnTo>
                  <a:pt x="532092" y="1291589"/>
                </a:lnTo>
                <a:lnTo>
                  <a:pt x="577618" y="1300284"/>
                </a:lnTo>
                <a:lnTo>
                  <a:pt x="623557" y="1306078"/>
                </a:lnTo>
                <a:lnTo>
                  <a:pt x="669745" y="1308971"/>
                </a:lnTo>
                <a:lnTo>
                  <a:pt x="716015" y="1308963"/>
                </a:lnTo>
                <a:lnTo>
                  <a:pt x="762202" y="1306055"/>
                </a:lnTo>
                <a:lnTo>
                  <a:pt x="808139" y="1300247"/>
                </a:lnTo>
                <a:lnTo>
                  <a:pt x="853661" y="1291538"/>
                </a:lnTo>
                <a:lnTo>
                  <a:pt x="898603" y="1279928"/>
                </a:lnTo>
                <a:lnTo>
                  <a:pt x="942797" y="1265418"/>
                </a:lnTo>
                <a:lnTo>
                  <a:pt x="986078" y="1248008"/>
                </a:lnTo>
                <a:lnTo>
                  <a:pt x="1028281" y="1227697"/>
                </a:lnTo>
                <a:lnTo>
                  <a:pt x="1069239" y="1204486"/>
                </a:lnTo>
                <a:lnTo>
                  <a:pt x="1108787" y="1178374"/>
                </a:lnTo>
                <a:lnTo>
                  <a:pt x="1146759" y="1149363"/>
                </a:lnTo>
                <a:lnTo>
                  <a:pt x="1182988" y="1117451"/>
                </a:lnTo>
                <a:lnTo>
                  <a:pt x="1216755" y="1083214"/>
                </a:lnTo>
                <a:lnTo>
                  <a:pt x="1247453" y="1047332"/>
                </a:lnTo>
                <a:lnTo>
                  <a:pt x="1275079" y="1009962"/>
                </a:lnTo>
                <a:lnTo>
                  <a:pt x="1299635" y="971260"/>
                </a:lnTo>
                <a:lnTo>
                  <a:pt x="1321121" y="931384"/>
                </a:lnTo>
                <a:lnTo>
                  <a:pt x="1339536" y="890489"/>
                </a:lnTo>
                <a:lnTo>
                  <a:pt x="1354881" y="848733"/>
                </a:lnTo>
                <a:lnTo>
                  <a:pt x="1367156" y="806272"/>
                </a:lnTo>
                <a:lnTo>
                  <a:pt x="1376360" y="763263"/>
                </a:lnTo>
                <a:lnTo>
                  <a:pt x="1382494" y="719863"/>
                </a:lnTo>
                <a:lnTo>
                  <a:pt x="1385541" y="676453"/>
                </a:lnTo>
                <a:lnTo>
                  <a:pt x="1385550" y="632516"/>
                </a:lnTo>
                <a:lnTo>
                  <a:pt x="1382473" y="588883"/>
                </a:lnTo>
                <a:lnTo>
                  <a:pt x="1376325" y="545485"/>
                </a:lnTo>
                <a:lnTo>
                  <a:pt x="1367107" y="502479"/>
                </a:lnTo>
                <a:lnTo>
                  <a:pt x="1354819" y="460022"/>
                </a:lnTo>
                <a:lnTo>
                  <a:pt x="1339461" y="418271"/>
                </a:lnTo>
                <a:lnTo>
                  <a:pt x="1321033" y="377383"/>
                </a:lnTo>
                <a:lnTo>
                  <a:pt x="1299534" y="337513"/>
                </a:lnTo>
                <a:lnTo>
                  <a:pt x="1274965" y="298819"/>
                </a:lnTo>
                <a:lnTo>
                  <a:pt x="1247326" y="261458"/>
                </a:lnTo>
                <a:lnTo>
                  <a:pt x="1216617" y="225586"/>
                </a:lnTo>
                <a:lnTo>
                  <a:pt x="1182838" y="191361"/>
                </a:lnTo>
                <a:lnTo>
                  <a:pt x="1146598" y="159460"/>
                </a:lnTo>
                <a:lnTo>
                  <a:pt x="1108618" y="130461"/>
                </a:lnTo>
                <a:lnTo>
                  <a:pt x="1069061" y="104362"/>
                </a:lnTo>
                <a:lnTo>
                  <a:pt x="1028095" y="81164"/>
                </a:lnTo>
                <a:lnTo>
                  <a:pt x="985886" y="60867"/>
                </a:lnTo>
                <a:lnTo>
                  <a:pt x="942599" y="43471"/>
                </a:lnTo>
                <a:lnTo>
                  <a:pt x="898400" y="28975"/>
                </a:lnTo>
                <a:lnTo>
                  <a:pt x="853455" y="17381"/>
                </a:lnTo>
                <a:lnTo>
                  <a:pt x="807930" y="8686"/>
                </a:lnTo>
                <a:lnTo>
                  <a:pt x="761990" y="2893"/>
                </a:lnTo>
                <a:lnTo>
                  <a:pt x="715803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536876" y="6291050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89100" y="3313536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919518" y="3636154"/>
            <a:ext cx="121988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3G379H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04426" y="4913570"/>
            <a:ext cx="2985021" cy="945719"/>
            <a:chOff x="7423777" y="4051421"/>
            <a:chExt cx="2461260" cy="779780"/>
          </a:xfrm>
        </p:grpSpPr>
        <p:sp>
          <p:nvSpPr>
            <p:cNvPr id="28" name="object 28"/>
            <p:cNvSpPr/>
            <p:nvPr/>
          </p:nvSpPr>
          <p:spPr>
            <a:xfrm>
              <a:off x="7556310" y="4077598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29" h="621029">
                  <a:moveTo>
                    <a:pt x="620525" y="0"/>
                  </a:moveTo>
                  <a:lnTo>
                    <a:pt x="18510" y="602015"/>
                  </a:lnTo>
                  <a:lnTo>
                    <a:pt x="0" y="62052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23777" y="460409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2"/>
                  </a:lnTo>
                  <a:lnTo>
                    <a:pt x="226563" y="151042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54237" y="4089015"/>
              <a:ext cx="598170" cy="598170"/>
            </a:xfrm>
            <a:custGeom>
              <a:avLst/>
              <a:gdLst/>
              <a:ahLst/>
              <a:cxnLst/>
              <a:rect l="l" t="t" r="r" b="b"/>
              <a:pathLst>
                <a:path w="598170" h="598170">
                  <a:moveTo>
                    <a:pt x="0" y="0"/>
                  </a:moveTo>
                  <a:lnTo>
                    <a:pt x="579180" y="579180"/>
                  </a:lnTo>
                  <a:lnTo>
                    <a:pt x="597690" y="59769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57896" y="4592675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1"/>
                  </a:lnTo>
                  <a:lnTo>
                    <a:pt x="226563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484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31095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3"/>
            <a:ext cx="13275262" cy="347881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01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4800" spc="-230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0" dirty="0">
                <a:solidFill>
                  <a:srgbClr val="838787"/>
                </a:solidFill>
                <a:latin typeface="Arial"/>
                <a:cs typeface="Arial"/>
              </a:rPr>
              <a:t>merge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sz="4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6816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848875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3"/>
            <a:ext cx="12267279" cy="347881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0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24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61" dirty="0">
                <a:solidFill>
                  <a:srgbClr val="838787"/>
                </a:solidFill>
                <a:latin typeface="Arial"/>
                <a:cs typeface="Arial"/>
              </a:rPr>
              <a:t>T</a:t>
            </a:r>
            <a:r>
              <a:rPr sz="4800" spc="-67" dirty="0">
                <a:solidFill>
                  <a:srgbClr val="838787"/>
                </a:solidFill>
                <a:latin typeface="Arial"/>
                <a:cs typeface="Arial"/>
              </a:rPr>
              <a:t>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03" dirty="0">
                <a:solidFill>
                  <a:srgbClr val="838787"/>
                </a:solidFill>
                <a:latin typeface="Arial"/>
                <a:cs typeface="Arial"/>
              </a:rPr>
              <a:t>bo</a:t>
            </a:r>
            <a:r>
              <a:rPr sz="4800" spc="121" dirty="0">
                <a:solidFill>
                  <a:srgbClr val="838787"/>
                </a:solidFill>
                <a:latin typeface="Arial"/>
                <a:cs typeface="Arial"/>
              </a:rPr>
              <a:t>r</a:t>
            </a:r>
            <a:r>
              <a:rPr sz="4800" spc="243" dirty="0">
                <a:solidFill>
                  <a:srgbClr val="838787"/>
                </a:solidFill>
                <a:latin typeface="Arial"/>
                <a:cs typeface="Arial"/>
              </a:rPr>
              <a:t>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27" dirty="0">
                <a:solidFill>
                  <a:srgbClr val="838787"/>
                </a:solidFill>
                <a:latin typeface="Arial"/>
                <a:cs typeface="Arial"/>
              </a:rPr>
              <a:t>b</a:t>
            </a:r>
            <a:r>
              <a:rPr sz="4800" spc="127" dirty="0">
                <a:solidFill>
                  <a:srgbClr val="838787"/>
                </a:solidFill>
                <a:latin typeface="Arial"/>
                <a:cs typeface="Arial"/>
              </a:rPr>
              <a:t>r</a:t>
            </a:r>
            <a:r>
              <a:rPr sz="4800" spc="42" dirty="0">
                <a:solidFill>
                  <a:srgbClr val="838787"/>
                </a:solidFill>
                <a:latin typeface="Arial"/>
                <a:cs typeface="Arial"/>
              </a:rPr>
              <a:t>anch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8" dirty="0">
                <a:solidFill>
                  <a:srgbClr val="838787"/>
                </a:solidFill>
                <a:latin typeface="Arial"/>
                <a:cs typeface="Arial"/>
              </a:rPr>
              <a:t>-d</a:t>
            </a:r>
            <a:r>
              <a:rPr sz="4800" spc="-224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Anna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86446" y="8275742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2" y="17403"/>
                </a:lnTo>
                <a:lnTo>
                  <a:pt x="487049" y="29005"/>
                </a:lnTo>
                <a:lnTo>
                  <a:pt x="442853" y="43508"/>
                </a:lnTo>
                <a:lnTo>
                  <a:pt x="399568" y="60911"/>
                </a:lnTo>
                <a:lnTo>
                  <a:pt x="357362" y="81215"/>
                </a:lnTo>
                <a:lnTo>
                  <a:pt x="316400" y="104420"/>
                </a:lnTo>
                <a:lnTo>
                  <a:pt x="276848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8" y="1178438"/>
                </a:lnTo>
                <a:lnTo>
                  <a:pt x="316400" y="1204543"/>
                </a:lnTo>
                <a:lnTo>
                  <a:pt x="357362" y="1227748"/>
                </a:lnTo>
                <a:lnTo>
                  <a:pt x="399568" y="1248052"/>
                </a:lnTo>
                <a:lnTo>
                  <a:pt x="442853" y="1265455"/>
                </a:lnTo>
                <a:lnTo>
                  <a:pt x="487049" y="1279958"/>
                </a:lnTo>
                <a:lnTo>
                  <a:pt x="531992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7" y="1300262"/>
                </a:lnTo>
                <a:lnTo>
                  <a:pt x="853561" y="1291560"/>
                </a:lnTo>
                <a:lnTo>
                  <a:pt x="898504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1" y="1227748"/>
                </a:lnTo>
                <a:lnTo>
                  <a:pt x="1069152" y="1204543"/>
                </a:lnTo>
                <a:lnTo>
                  <a:pt x="1108704" y="1178438"/>
                </a:lnTo>
                <a:lnTo>
                  <a:pt x="1146680" y="1149433"/>
                </a:lnTo>
                <a:lnTo>
                  <a:pt x="1182914" y="1117526"/>
                </a:lnTo>
                <a:lnTo>
                  <a:pt x="1216688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8" y="971355"/>
                </a:lnTo>
                <a:lnTo>
                  <a:pt x="1321080" y="931482"/>
                </a:lnTo>
                <a:lnTo>
                  <a:pt x="1339503" y="890590"/>
                </a:lnTo>
                <a:lnTo>
                  <a:pt x="1354854" y="848837"/>
                </a:lnTo>
                <a:lnTo>
                  <a:pt x="1367136" y="806378"/>
                </a:lnTo>
                <a:lnTo>
                  <a:pt x="1376347" y="763371"/>
                </a:lnTo>
                <a:lnTo>
                  <a:pt x="1382488" y="719972"/>
                </a:lnTo>
                <a:lnTo>
                  <a:pt x="1385558" y="676338"/>
                </a:lnTo>
                <a:lnTo>
                  <a:pt x="1385558" y="632625"/>
                </a:lnTo>
                <a:lnTo>
                  <a:pt x="1382488" y="588991"/>
                </a:lnTo>
                <a:lnTo>
                  <a:pt x="1376347" y="545592"/>
                </a:lnTo>
                <a:lnTo>
                  <a:pt x="1367136" y="502585"/>
                </a:lnTo>
                <a:lnTo>
                  <a:pt x="1354854" y="460126"/>
                </a:lnTo>
                <a:lnTo>
                  <a:pt x="1339503" y="418373"/>
                </a:lnTo>
                <a:lnTo>
                  <a:pt x="1321080" y="377481"/>
                </a:lnTo>
                <a:lnTo>
                  <a:pt x="1299588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8" y="225668"/>
                </a:lnTo>
                <a:lnTo>
                  <a:pt x="1182914" y="191436"/>
                </a:lnTo>
                <a:lnTo>
                  <a:pt x="1146680" y="159530"/>
                </a:lnTo>
                <a:lnTo>
                  <a:pt x="1108704" y="130525"/>
                </a:lnTo>
                <a:lnTo>
                  <a:pt x="1069152" y="104420"/>
                </a:lnTo>
                <a:lnTo>
                  <a:pt x="1028191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4" y="29005"/>
                </a:lnTo>
                <a:lnTo>
                  <a:pt x="853561" y="17403"/>
                </a:lnTo>
                <a:lnTo>
                  <a:pt x="808037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545310" y="8597171"/>
            <a:ext cx="116289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03" dirty="0">
                <a:solidFill>
                  <a:srgbClr val="FFFFFF"/>
                </a:solidFill>
                <a:latin typeface="Calibri"/>
                <a:cs typeface="Calibri"/>
              </a:rPr>
              <a:t>29EF42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286446" y="11216788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2" y="17403"/>
                </a:lnTo>
                <a:lnTo>
                  <a:pt x="487049" y="29005"/>
                </a:lnTo>
                <a:lnTo>
                  <a:pt x="442853" y="43508"/>
                </a:lnTo>
                <a:lnTo>
                  <a:pt x="399568" y="60911"/>
                </a:lnTo>
                <a:lnTo>
                  <a:pt x="357362" y="81215"/>
                </a:lnTo>
                <a:lnTo>
                  <a:pt x="316400" y="104420"/>
                </a:lnTo>
                <a:lnTo>
                  <a:pt x="276848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7"/>
                </a:lnTo>
                <a:lnTo>
                  <a:pt x="238872" y="1149433"/>
                </a:lnTo>
                <a:lnTo>
                  <a:pt x="276848" y="1178438"/>
                </a:lnTo>
                <a:lnTo>
                  <a:pt x="316400" y="1204543"/>
                </a:lnTo>
                <a:lnTo>
                  <a:pt x="357362" y="1227748"/>
                </a:lnTo>
                <a:lnTo>
                  <a:pt x="399568" y="1248052"/>
                </a:lnTo>
                <a:lnTo>
                  <a:pt x="442853" y="1265455"/>
                </a:lnTo>
                <a:lnTo>
                  <a:pt x="487049" y="1279958"/>
                </a:lnTo>
                <a:lnTo>
                  <a:pt x="531992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4"/>
                </a:lnTo>
                <a:lnTo>
                  <a:pt x="715912" y="1308964"/>
                </a:lnTo>
                <a:lnTo>
                  <a:pt x="762099" y="1306063"/>
                </a:lnTo>
                <a:lnTo>
                  <a:pt x="808037" y="1300262"/>
                </a:lnTo>
                <a:lnTo>
                  <a:pt x="853561" y="1291560"/>
                </a:lnTo>
                <a:lnTo>
                  <a:pt x="898504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1" y="1227748"/>
                </a:lnTo>
                <a:lnTo>
                  <a:pt x="1069152" y="1204543"/>
                </a:lnTo>
                <a:lnTo>
                  <a:pt x="1108704" y="1178438"/>
                </a:lnTo>
                <a:lnTo>
                  <a:pt x="1146680" y="1149433"/>
                </a:lnTo>
                <a:lnTo>
                  <a:pt x="1182914" y="1117527"/>
                </a:lnTo>
                <a:lnTo>
                  <a:pt x="1216688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8" y="971355"/>
                </a:lnTo>
                <a:lnTo>
                  <a:pt x="1321080" y="931482"/>
                </a:lnTo>
                <a:lnTo>
                  <a:pt x="1339503" y="890590"/>
                </a:lnTo>
                <a:lnTo>
                  <a:pt x="1354854" y="848837"/>
                </a:lnTo>
                <a:lnTo>
                  <a:pt x="1367136" y="806378"/>
                </a:lnTo>
                <a:lnTo>
                  <a:pt x="1376347" y="763371"/>
                </a:lnTo>
                <a:lnTo>
                  <a:pt x="1382488" y="719972"/>
                </a:lnTo>
                <a:lnTo>
                  <a:pt x="1385558" y="676338"/>
                </a:lnTo>
                <a:lnTo>
                  <a:pt x="1385558" y="632625"/>
                </a:lnTo>
                <a:lnTo>
                  <a:pt x="1382488" y="588991"/>
                </a:lnTo>
                <a:lnTo>
                  <a:pt x="1376347" y="545592"/>
                </a:lnTo>
                <a:lnTo>
                  <a:pt x="1367136" y="502585"/>
                </a:lnTo>
                <a:lnTo>
                  <a:pt x="1354854" y="460126"/>
                </a:lnTo>
                <a:lnTo>
                  <a:pt x="1339503" y="418373"/>
                </a:lnTo>
                <a:lnTo>
                  <a:pt x="1321080" y="377481"/>
                </a:lnTo>
                <a:lnTo>
                  <a:pt x="1299588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8" y="225668"/>
                </a:lnTo>
                <a:lnTo>
                  <a:pt x="1182914" y="191436"/>
                </a:lnTo>
                <a:lnTo>
                  <a:pt x="1146680" y="159530"/>
                </a:lnTo>
                <a:lnTo>
                  <a:pt x="1108704" y="130525"/>
                </a:lnTo>
                <a:lnTo>
                  <a:pt x="1069152" y="104420"/>
                </a:lnTo>
                <a:lnTo>
                  <a:pt x="1028191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4" y="29005"/>
                </a:lnTo>
                <a:lnTo>
                  <a:pt x="853561" y="17403"/>
                </a:lnTo>
                <a:lnTo>
                  <a:pt x="808037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521948" y="11545060"/>
            <a:ext cx="12098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4GS798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12477" y="3243797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43" y="0"/>
                </a:moveTo>
                <a:lnTo>
                  <a:pt x="269543" y="254569"/>
                </a:lnTo>
                <a:lnTo>
                  <a:pt x="0" y="254569"/>
                </a:lnTo>
                <a:lnTo>
                  <a:pt x="0" y="494164"/>
                </a:lnTo>
                <a:lnTo>
                  <a:pt x="269543" y="494164"/>
                </a:lnTo>
                <a:lnTo>
                  <a:pt x="269543" y="748732"/>
                </a:lnTo>
                <a:lnTo>
                  <a:pt x="748732" y="374366"/>
                </a:lnTo>
                <a:lnTo>
                  <a:pt x="269543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232745" y="3243797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479189" y="0"/>
                </a:moveTo>
                <a:lnTo>
                  <a:pt x="0" y="374366"/>
                </a:lnTo>
                <a:lnTo>
                  <a:pt x="479189" y="748732"/>
                </a:lnTo>
                <a:lnTo>
                  <a:pt x="479189" y="494164"/>
                </a:lnTo>
                <a:lnTo>
                  <a:pt x="748741" y="494164"/>
                </a:lnTo>
                <a:lnTo>
                  <a:pt x="748741" y="254569"/>
                </a:lnTo>
                <a:lnTo>
                  <a:pt x="479189" y="254569"/>
                </a:lnTo>
                <a:lnTo>
                  <a:pt x="479189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1791980" y="7308866"/>
            <a:ext cx="2631531" cy="3873750"/>
            <a:chOff x="9722218" y="6026431"/>
            <a:chExt cx="2169795" cy="3194050"/>
          </a:xfrm>
        </p:grpSpPr>
        <p:sp>
          <p:nvSpPr>
            <p:cNvPr id="11" name="object 11"/>
            <p:cNvSpPr/>
            <p:nvPr/>
          </p:nvSpPr>
          <p:spPr>
            <a:xfrm>
              <a:off x="10823707" y="8161257"/>
              <a:ext cx="7620" cy="871855"/>
            </a:xfrm>
            <a:custGeom>
              <a:avLst/>
              <a:gdLst/>
              <a:ahLst/>
              <a:cxnLst/>
              <a:rect l="l" t="t" r="r" b="b"/>
              <a:pathLst>
                <a:path w="7620" h="871854">
                  <a:moveTo>
                    <a:pt x="7564" y="0"/>
                  </a:moveTo>
                  <a:lnTo>
                    <a:pt x="227" y="845229"/>
                  </a:lnTo>
                  <a:lnTo>
                    <a:pt x="0" y="871406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717129" y="9005560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9" y="214524"/>
                  </a:lnTo>
                  <a:lnTo>
                    <a:pt x="213606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48395" y="6052608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0" y="0"/>
                  </a:moveTo>
                  <a:lnTo>
                    <a:pt x="591530" y="591530"/>
                  </a:lnTo>
                  <a:lnTo>
                    <a:pt x="61004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64404" y="6568619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1"/>
                  </a:lnTo>
                  <a:lnTo>
                    <a:pt x="226563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55210" y="6052608"/>
              <a:ext cx="610235" cy="610235"/>
            </a:xfrm>
            <a:custGeom>
              <a:avLst/>
              <a:gdLst/>
              <a:ahLst/>
              <a:cxnLst/>
              <a:rect l="l" t="t" r="r" b="b"/>
              <a:pathLst>
                <a:path w="610234" h="610234">
                  <a:moveTo>
                    <a:pt x="610040" y="0"/>
                  </a:moveTo>
                  <a:lnTo>
                    <a:pt x="18510" y="591530"/>
                  </a:lnTo>
                  <a:lnTo>
                    <a:pt x="0" y="61004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22677" y="6568619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16" y="0"/>
                  </a:moveTo>
                  <a:lnTo>
                    <a:pt x="0" y="226562"/>
                  </a:lnTo>
                  <a:lnTo>
                    <a:pt x="226558" y="151041"/>
                  </a:lnTo>
                  <a:lnTo>
                    <a:pt x="7551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582762" y="3416400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54326" y="3375674"/>
            <a:ext cx="1125159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103" dirty="0">
                <a:solidFill>
                  <a:srgbClr val="FFFFFF"/>
                </a:solidFill>
                <a:latin typeface="Arial"/>
                <a:cs typeface="Arial"/>
              </a:rPr>
              <a:t>Anna*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787134" y="3196405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479179" y="0"/>
                </a:moveTo>
                <a:lnTo>
                  <a:pt x="0" y="374366"/>
                </a:lnTo>
                <a:lnTo>
                  <a:pt x="479179" y="748732"/>
                </a:lnTo>
                <a:lnTo>
                  <a:pt x="479179" y="494162"/>
                </a:lnTo>
                <a:lnTo>
                  <a:pt x="748731" y="494162"/>
                </a:lnTo>
                <a:lnTo>
                  <a:pt x="748731" y="254569"/>
                </a:lnTo>
                <a:lnTo>
                  <a:pt x="479179" y="254569"/>
                </a:lnTo>
                <a:lnTo>
                  <a:pt x="479179" y="0"/>
                </a:lnTo>
                <a:close/>
              </a:path>
            </a:pathLst>
          </a:custGeom>
          <a:solidFill>
            <a:srgbClr val="F969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002821" y="3416400"/>
            <a:ext cx="1098973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endParaRPr sz="3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596506" y="5619144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2" y="0"/>
                </a:moveTo>
                <a:lnTo>
                  <a:pt x="669642" y="0"/>
                </a:lnTo>
                <a:lnTo>
                  <a:pt x="623455" y="2900"/>
                </a:lnTo>
                <a:lnTo>
                  <a:pt x="577516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4" y="890590"/>
                </a:lnTo>
                <a:lnTo>
                  <a:pt x="64475" y="931482"/>
                </a:lnTo>
                <a:lnTo>
                  <a:pt x="85967" y="971355"/>
                </a:lnTo>
                <a:lnTo>
                  <a:pt x="110530" y="1010053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6" y="1300262"/>
                </a:lnTo>
                <a:lnTo>
                  <a:pt x="623455" y="1306063"/>
                </a:lnTo>
                <a:lnTo>
                  <a:pt x="669642" y="1308963"/>
                </a:lnTo>
                <a:lnTo>
                  <a:pt x="715912" y="1308963"/>
                </a:lnTo>
                <a:lnTo>
                  <a:pt x="762099" y="1306063"/>
                </a:lnTo>
                <a:lnTo>
                  <a:pt x="808038" y="1300262"/>
                </a:lnTo>
                <a:lnTo>
                  <a:pt x="853561" y="1291560"/>
                </a:lnTo>
                <a:lnTo>
                  <a:pt x="898505" y="1279958"/>
                </a:lnTo>
                <a:lnTo>
                  <a:pt x="942701" y="1265455"/>
                </a:lnTo>
                <a:lnTo>
                  <a:pt x="985985" y="1248052"/>
                </a:lnTo>
                <a:lnTo>
                  <a:pt x="1028192" y="1227748"/>
                </a:lnTo>
                <a:lnTo>
                  <a:pt x="1069154" y="1204543"/>
                </a:lnTo>
                <a:lnTo>
                  <a:pt x="1108706" y="1178438"/>
                </a:lnTo>
                <a:lnTo>
                  <a:pt x="1146682" y="1149433"/>
                </a:lnTo>
                <a:lnTo>
                  <a:pt x="1182916" y="1117526"/>
                </a:lnTo>
                <a:lnTo>
                  <a:pt x="1216689" y="1083295"/>
                </a:lnTo>
                <a:lnTo>
                  <a:pt x="1247392" y="1047418"/>
                </a:lnTo>
                <a:lnTo>
                  <a:pt x="1275025" y="1010053"/>
                </a:lnTo>
                <a:lnTo>
                  <a:pt x="1299587" y="971355"/>
                </a:lnTo>
                <a:lnTo>
                  <a:pt x="1321079" y="931482"/>
                </a:lnTo>
                <a:lnTo>
                  <a:pt x="1339500" y="890590"/>
                </a:lnTo>
                <a:lnTo>
                  <a:pt x="1354852" y="848837"/>
                </a:lnTo>
                <a:lnTo>
                  <a:pt x="1367133" y="806378"/>
                </a:lnTo>
                <a:lnTo>
                  <a:pt x="1376344" y="763371"/>
                </a:lnTo>
                <a:lnTo>
                  <a:pt x="1382484" y="719972"/>
                </a:lnTo>
                <a:lnTo>
                  <a:pt x="1385555" y="676338"/>
                </a:lnTo>
                <a:lnTo>
                  <a:pt x="1385555" y="632625"/>
                </a:lnTo>
                <a:lnTo>
                  <a:pt x="1382484" y="588991"/>
                </a:lnTo>
                <a:lnTo>
                  <a:pt x="1376344" y="545592"/>
                </a:lnTo>
                <a:lnTo>
                  <a:pt x="1367133" y="502585"/>
                </a:lnTo>
                <a:lnTo>
                  <a:pt x="1354852" y="460126"/>
                </a:lnTo>
                <a:lnTo>
                  <a:pt x="1339500" y="418373"/>
                </a:lnTo>
                <a:lnTo>
                  <a:pt x="1321079" y="377481"/>
                </a:lnTo>
                <a:lnTo>
                  <a:pt x="1299587" y="337608"/>
                </a:lnTo>
                <a:lnTo>
                  <a:pt x="1275025" y="298910"/>
                </a:lnTo>
                <a:lnTo>
                  <a:pt x="1247392" y="261545"/>
                </a:lnTo>
                <a:lnTo>
                  <a:pt x="1216689" y="225668"/>
                </a:lnTo>
                <a:lnTo>
                  <a:pt x="1182916" y="191436"/>
                </a:lnTo>
                <a:lnTo>
                  <a:pt x="1146682" y="159530"/>
                </a:lnTo>
                <a:lnTo>
                  <a:pt x="1108706" y="130525"/>
                </a:lnTo>
                <a:lnTo>
                  <a:pt x="1069154" y="104420"/>
                </a:lnTo>
                <a:lnTo>
                  <a:pt x="1028192" y="81215"/>
                </a:lnTo>
                <a:lnTo>
                  <a:pt x="985985" y="60911"/>
                </a:lnTo>
                <a:lnTo>
                  <a:pt x="942701" y="43508"/>
                </a:lnTo>
                <a:lnTo>
                  <a:pt x="898505" y="29005"/>
                </a:lnTo>
                <a:lnTo>
                  <a:pt x="853561" y="17403"/>
                </a:lnTo>
                <a:lnTo>
                  <a:pt x="808038" y="8701"/>
                </a:lnTo>
                <a:lnTo>
                  <a:pt x="762099" y="2900"/>
                </a:lnTo>
                <a:lnTo>
                  <a:pt x="715912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868834" y="5946325"/>
            <a:ext cx="113594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r>
              <a:rPr sz="4000" b="1" spc="-557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b="1" spc="-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3818013" y="5619139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803" y="0"/>
                </a:moveTo>
                <a:lnTo>
                  <a:pt x="669533" y="7"/>
                </a:lnTo>
                <a:lnTo>
                  <a:pt x="623347" y="2915"/>
                </a:lnTo>
                <a:lnTo>
                  <a:pt x="577409" y="8724"/>
                </a:lnTo>
                <a:lnTo>
                  <a:pt x="531887" y="17433"/>
                </a:lnTo>
                <a:lnTo>
                  <a:pt x="486946" y="29042"/>
                </a:lnTo>
                <a:lnTo>
                  <a:pt x="442752" y="43552"/>
                </a:lnTo>
                <a:lnTo>
                  <a:pt x="399471" y="60963"/>
                </a:lnTo>
                <a:lnTo>
                  <a:pt x="357268" y="81273"/>
                </a:lnTo>
                <a:lnTo>
                  <a:pt x="316310" y="104484"/>
                </a:lnTo>
                <a:lnTo>
                  <a:pt x="276763" y="130596"/>
                </a:lnTo>
                <a:lnTo>
                  <a:pt x="238792" y="159608"/>
                </a:lnTo>
                <a:lnTo>
                  <a:pt x="202563" y="191520"/>
                </a:lnTo>
                <a:lnTo>
                  <a:pt x="168794" y="225757"/>
                </a:lnTo>
                <a:lnTo>
                  <a:pt x="138097" y="261638"/>
                </a:lnTo>
                <a:lnTo>
                  <a:pt x="110470" y="299008"/>
                </a:lnTo>
                <a:lnTo>
                  <a:pt x="85913" y="337710"/>
                </a:lnTo>
                <a:lnTo>
                  <a:pt x="64427" y="377587"/>
                </a:lnTo>
                <a:lnTo>
                  <a:pt x="46012" y="418481"/>
                </a:lnTo>
                <a:lnTo>
                  <a:pt x="30667" y="460237"/>
                </a:lnTo>
                <a:lnTo>
                  <a:pt x="18393" y="502698"/>
                </a:lnTo>
                <a:lnTo>
                  <a:pt x="9189" y="545707"/>
                </a:lnTo>
                <a:lnTo>
                  <a:pt x="3055" y="589107"/>
                </a:lnTo>
                <a:lnTo>
                  <a:pt x="8" y="632517"/>
                </a:lnTo>
                <a:lnTo>
                  <a:pt x="0" y="676454"/>
                </a:lnTo>
                <a:lnTo>
                  <a:pt x="3077" y="720087"/>
                </a:lnTo>
                <a:lnTo>
                  <a:pt x="9225" y="763485"/>
                </a:lnTo>
                <a:lnTo>
                  <a:pt x="18443" y="806491"/>
                </a:lnTo>
                <a:lnTo>
                  <a:pt x="30731" y="848948"/>
                </a:lnTo>
                <a:lnTo>
                  <a:pt x="46089" y="890699"/>
                </a:lnTo>
                <a:lnTo>
                  <a:pt x="64517" y="931588"/>
                </a:lnTo>
                <a:lnTo>
                  <a:pt x="86016" y="971457"/>
                </a:lnTo>
                <a:lnTo>
                  <a:pt x="110584" y="1010151"/>
                </a:lnTo>
                <a:lnTo>
                  <a:pt x="138223" y="1047512"/>
                </a:lnTo>
                <a:lnTo>
                  <a:pt x="168931" y="1083384"/>
                </a:lnTo>
                <a:lnTo>
                  <a:pt x="202709" y="1117610"/>
                </a:lnTo>
                <a:lnTo>
                  <a:pt x="238949" y="1149510"/>
                </a:lnTo>
                <a:lnTo>
                  <a:pt x="276929" y="1178509"/>
                </a:lnTo>
                <a:lnTo>
                  <a:pt x="316485" y="1204608"/>
                </a:lnTo>
                <a:lnTo>
                  <a:pt x="357451" y="1227806"/>
                </a:lnTo>
                <a:lnTo>
                  <a:pt x="399660" y="1248103"/>
                </a:lnTo>
                <a:lnTo>
                  <a:pt x="442947" y="1265499"/>
                </a:lnTo>
                <a:lnTo>
                  <a:pt x="487146" y="1279995"/>
                </a:lnTo>
                <a:lnTo>
                  <a:pt x="532091" y="1291590"/>
                </a:lnTo>
                <a:lnTo>
                  <a:pt x="577616" y="1300284"/>
                </a:lnTo>
                <a:lnTo>
                  <a:pt x="623555" y="1306078"/>
                </a:lnTo>
                <a:lnTo>
                  <a:pt x="669743" y="1308971"/>
                </a:lnTo>
                <a:lnTo>
                  <a:pt x="716013" y="1308963"/>
                </a:lnTo>
                <a:lnTo>
                  <a:pt x="762199" y="1306055"/>
                </a:lnTo>
                <a:lnTo>
                  <a:pt x="808137" y="1300247"/>
                </a:lnTo>
                <a:lnTo>
                  <a:pt x="853659" y="1291538"/>
                </a:lnTo>
                <a:lnTo>
                  <a:pt x="898600" y="1279928"/>
                </a:lnTo>
                <a:lnTo>
                  <a:pt x="942794" y="1265418"/>
                </a:lnTo>
                <a:lnTo>
                  <a:pt x="986075" y="1248008"/>
                </a:lnTo>
                <a:lnTo>
                  <a:pt x="1028278" y="1227697"/>
                </a:lnTo>
                <a:lnTo>
                  <a:pt x="1069236" y="1204486"/>
                </a:lnTo>
                <a:lnTo>
                  <a:pt x="1108783" y="1178374"/>
                </a:lnTo>
                <a:lnTo>
                  <a:pt x="1146754" y="1149363"/>
                </a:lnTo>
                <a:lnTo>
                  <a:pt x="1182983" y="1117451"/>
                </a:lnTo>
                <a:lnTo>
                  <a:pt x="1216752" y="1083214"/>
                </a:lnTo>
                <a:lnTo>
                  <a:pt x="1247449" y="1047332"/>
                </a:lnTo>
                <a:lnTo>
                  <a:pt x="1275076" y="1009962"/>
                </a:lnTo>
                <a:lnTo>
                  <a:pt x="1299633" y="971260"/>
                </a:lnTo>
                <a:lnTo>
                  <a:pt x="1321119" y="931384"/>
                </a:lnTo>
                <a:lnTo>
                  <a:pt x="1339534" y="890489"/>
                </a:lnTo>
                <a:lnTo>
                  <a:pt x="1354879" y="848733"/>
                </a:lnTo>
                <a:lnTo>
                  <a:pt x="1367153" y="806272"/>
                </a:lnTo>
                <a:lnTo>
                  <a:pt x="1376357" y="763264"/>
                </a:lnTo>
                <a:lnTo>
                  <a:pt x="1382490" y="719864"/>
                </a:lnTo>
                <a:lnTo>
                  <a:pt x="1385538" y="676454"/>
                </a:lnTo>
                <a:lnTo>
                  <a:pt x="1385546" y="632517"/>
                </a:lnTo>
                <a:lnTo>
                  <a:pt x="1382469" y="588883"/>
                </a:lnTo>
                <a:lnTo>
                  <a:pt x="1376321" y="545485"/>
                </a:lnTo>
                <a:lnTo>
                  <a:pt x="1367103" y="502480"/>
                </a:lnTo>
                <a:lnTo>
                  <a:pt x="1354815" y="460023"/>
                </a:lnTo>
                <a:lnTo>
                  <a:pt x="1339457" y="418272"/>
                </a:lnTo>
                <a:lnTo>
                  <a:pt x="1321029" y="377383"/>
                </a:lnTo>
                <a:lnTo>
                  <a:pt x="1299530" y="337513"/>
                </a:lnTo>
                <a:lnTo>
                  <a:pt x="1274962" y="298820"/>
                </a:lnTo>
                <a:lnTo>
                  <a:pt x="1247323" y="261459"/>
                </a:lnTo>
                <a:lnTo>
                  <a:pt x="1216615" y="225587"/>
                </a:lnTo>
                <a:lnTo>
                  <a:pt x="1182837" y="191361"/>
                </a:lnTo>
                <a:lnTo>
                  <a:pt x="1146597" y="159460"/>
                </a:lnTo>
                <a:lnTo>
                  <a:pt x="1108617" y="130461"/>
                </a:lnTo>
                <a:lnTo>
                  <a:pt x="1069061" y="104362"/>
                </a:lnTo>
                <a:lnTo>
                  <a:pt x="1028095" y="81164"/>
                </a:lnTo>
                <a:lnTo>
                  <a:pt x="985886" y="60867"/>
                </a:lnTo>
                <a:lnTo>
                  <a:pt x="942599" y="43471"/>
                </a:lnTo>
                <a:lnTo>
                  <a:pt x="898400" y="28975"/>
                </a:lnTo>
                <a:lnTo>
                  <a:pt x="853455" y="17381"/>
                </a:lnTo>
                <a:lnTo>
                  <a:pt x="807930" y="8686"/>
                </a:lnTo>
                <a:lnTo>
                  <a:pt x="761991" y="2893"/>
                </a:lnTo>
                <a:lnTo>
                  <a:pt x="715803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4134221" y="5940058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286444" y="2962545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70" h="1309370">
                <a:moveTo>
                  <a:pt x="715913" y="0"/>
                </a:moveTo>
                <a:lnTo>
                  <a:pt x="669643" y="0"/>
                </a:lnTo>
                <a:lnTo>
                  <a:pt x="623455" y="2900"/>
                </a:lnTo>
                <a:lnTo>
                  <a:pt x="577517" y="8701"/>
                </a:lnTo>
                <a:lnTo>
                  <a:pt x="531993" y="17403"/>
                </a:lnTo>
                <a:lnTo>
                  <a:pt x="487050" y="29005"/>
                </a:lnTo>
                <a:lnTo>
                  <a:pt x="442853" y="43508"/>
                </a:lnTo>
                <a:lnTo>
                  <a:pt x="399569" y="60911"/>
                </a:lnTo>
                <a:lnTo>
                  <a:pt x="357363" y="81215"/>
                </a:lnTo>
                <a:lnTo>
                  <a:pt x="316401" y="104420"/>
                </a:lnTo>
                <a:lnTo>
                  <a:pt x="276849" y="130525"/>
                </a:lnTo>
                <a:lnTo>
                  <a:pt x="238872" y="159530"/>
                </a:lnTo>
                <a:lnTo>
                  <a:pt x="202638" y="191436"/>
                </a:lnTo>
                <a:lnTo>
                  <a:pt x="168865" y="225668"/>
                </a:lnTo>
                <a:lnTo>
                  <a:pt x="138162" y="261545"/>
                </a:lnTo>
                <a:lnTo>
                  <a:pt x="110530" y="298910"/>
                </a:lnTo>
                <a:lnTo>
                  <a:pt x="85967" y="337608"/>
                </a:lnTo>
                <a:lnTo>
                  <a:pt x="64475" y="377481"/>
                </a:lnTo>
                <a:lnTo>
                  <a:pt x="46054" y="418372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7"/>
                </a:lnTo>
                <a:lnTo>
                  <a:pt x="3070" y="719971"/>
                </a:lnTo>
                <a:lnTo>
                  <a:pt x="9210" y="763370"/>
                </a:lnTo>
                <a:lnTo>
                  <a:pt x="18421" y="806377"/>
                </a:lnTo>
                <a:lnTo>
                  <a:pt x="30702" y="848836"/>
                </a:lnTo>
                <a:lnTo>
                  <a:pt x="46054" y="890590"/>
                </a:lnTo>
                <a:lnTo>
                  <a:pt x="64475" y="931481"/>
                </a:lnTo>
                <a:lnTo>
                  <a:pt x="85967" y="971355"/>
                </a:lnTo>
                <a:lnTo>
                  <a:pt x="110530" y="1010052"/>
                </a:lnTo>
                <a:lnTo>
                  <a:pt x="138162" y="1047418"/>
                </a:lnTo>
                <a:lnTo>
                  <a:pt x="168865" y="1083295"/>
                </a:lnTo>
                <a:lnTo>
                  <a:pt x="202638" y="1117526"/>
                </a:lnTo>
                <a:lnTo>
                  <a:pt x="238872" y="1149433"/>
                </a:lnTo>
                <a:lnTo>
                  <a:pt x="276849" y="1178438"/>
                </a:lnTo>
                <a:lnTo>
                  <a:pt x="316401" y="1204543"/>
                </a:lnTo>
                <a:lnTo>
                  <a:pt x="357363" y="1227748"/>
                </a:lnTo>
                <a:lnTo>
                  <a:pt x="399569" y="1248052"/>
                </a:lnTo>
                <a:lnTo>
                  <a:pt x="442853" y="1265455"/>
                </a:lnTo>
                <a:lnTo>
                  <a:pt x="487050" y="1279958"/>
                </a:lnTo>
                <a:lnTo>
                  <a:pt x="531993" y="1291560"/>
                </a:lnTo>
                <a:lnTo>
                  <a:pt x="577517" y="1300262"/>
                </a:lnTo>
                <a:lnTo>
                  <a:pt x="623455" y="1306063"/>
                </a:lnTo>
                <a:lnTo>
                  <a:pt x="669643" y="1308963"/>
                </a:lnTo>
                <a:lnTo>
                  <a:pt x="715913" y="1308963"/>
                </a:lnTo>
                <a:lnTo>
                  <a:pt x="762100" y="1306063"/>
                </a:lnTo>
                <a:lnTo>
                  <a:pt x="808038" y="1300262"/>
                </a:lnTo>
                <a:lnTo>
                  <a:pt x="853562" y="1291560"/>
                </a:lnTo>
                <a:lnTo>
                  <a:pt x="898505" y="1279958"/>
                </a:lnTo>
                <a:lnTo>
                  <a:pt x="942702" y="1265455"/>
                </a:lnTo>
                <a:lnTo>
                  <a:pt x="985986" y="1248052"/>
                </a:lnTo>
                <a:lnTo>
                  <a:pt x="1028192" y="1227748"/>
                </a:lnTo>
                <a:lnTo>
                  <a:pt x="1069153" y="1204543"/>
                </a:lnTo>
                <a:lnTo>
                  <a:pt x="1108705" y="1178438"/>
                </a:lnTo>
                <a:lnTo>
                  <a:pt x="1146681" y="1149433"/>
                </a:lnTo>
                <a:lnTo>
                  <a:pt x="1182915" y="1117526"/>
                </a:lnTo>
                <a:lnTo>
                  <a:pt x="1216688" y="1083295"/>
                </a:lnTo>
                <a:lnTo>
                  <a:pt x="1247390" y="1047418"/>
                </a:lnTo>
                <a:lnTo>
                  <a:pt x="1275022" y="1010052"/>
                </a:lnTo>
                <a:lnTo>
                  <a:pt x="1299584" y="971355"/>
                </a:lnTo>
                <a:lnTo>
                  <a:pt x="1321076" y="931481"/>
                </a:lnTo>
                <a:lnTo>
                  <a:pt x="1339498" y="890590"/>
                </a:lnTo>
                <a:lnTo>
                  <a:pt x="1354849" y="848836"/>
                </a:lnTo>
                <a:lnTo>
                  <a:pt x="1367130" y="806377"/>
                </a:lnTo>
                <a:lnTo>
                  <a:pt x="1376341" y="763370"/>
                </a:lnTo>
                <a:lnTo>
                  <a:pt x="1382481" y="719971"/>
                </a:lnTo>
                <a:lnTo>
                  <a:pt x="1385551" y="676337"/>
                </a:lnTo>
                <a:lnTo>
                  <a:pt x="1385551" y="632625"/>
                </a:lnTo>
                <a:lnTo>
                  <a:pt x="1382481" y="588991"/>
                </a:lnTo>
                <a:lnTo>
                  <a:pt x="1376341" y="545592"/>
                </a:lnTo>
                <a:lnTo>
                  <a:pt x="1367130" y="502585"/>
                </a:lnTo>
                <a:lnTo>
                  <a:pt x="1354849" y="460126"/>
                </a:lnTo>
                <a:lnTo>
                  <a:pt x="1339498" y="418372"/>
                </a:lnTo>
                <a:lnTo>
                  <a:pt x="1321076" y="377481"/>
                </a:lnTo>
                <a:lnTo>
                  <a:pt x="1299584" y="337608"/>
                </a:lnTo>
                <a:lnTo>
                  <a:pt x="1275022" y="298910"/>
                </a:lnTo>
                <a:lnTo>
                  <a:pt x="1247390" y="261545"/>
                </a:lnTo>
                <a:lnTo>
                  <a:pt x="1216688" y="225668"/>
                </a:lnTo>
                <a:lnTo>
                  <a:pt x="1182915" y="191436"/>
                </a:lnTo>
                <a:lnTo>
                  <a:pt x="1146681" y="159530"/>
                </a:lnTo>
                <a:lnTo>
                  <a:pt x="1108705" y="130525"/>
                </a:lnTo>
                <a:lnTo>
                  <a:pt x="1069153" y="104420"/>
                </a:lnTo>
                <a:lnTo>
                  <a:pt x="1028192" y="81215"/>
                </a:lnTo>
                <a:lnTo>
                  <a:pt x="985986" y="60911"/>
                </a:lnTo>
                <a:lnTo>
                  <a:pt x="942702" y="43508"/>
                </a:lnTo>
                <a:lnTo>
                  <a:pt x="898505" y="29005"/>
                </a:lnTo>
                <a:lnTo>
                  <a:pt x="853562" y="17403"/>
                </a:lnTo>
                <a:lnTo>
                  <a:pt x="808038" y="8701"/>
                </a:lnTo>
                <a:lnTo>
                  <a:pt x="762100" y="2900"/>
                </a:lnTo>
                <a:lnTo>
                  <a:pt x="715913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516865" y="3285162"/>
            <a:ext cx="121988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3G379H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1601772" y="4562577"/>
            <a:ext cx="2985021" cy="945719"/>
            <a:chOff x="9565385" y="3762014"/>
            <a:chExt cx="2461260" cy="779780"/>
          </a:xfrm>
        </p:grpSpPr>
        <p:sp>
          <p:nvSpPr>
            <p:cNvPr id="28" name="object 28"/>
            <p:cNvSpPr/>
            <p:nvPr/>
          </p:nvSpPr>
          <p:spPr>
            <a:xfrm>
              <a:off x="9697917" y="3788191"/>
              <a:ext cx="621030" cy="621030"/>
            </a:xfrm>
            <a:custGeom>
              <a:avLst/>
              <a:gdLst/>
              <a:ahLst/>
              <a:cxnLst/>
              <a:rect l="l" t="t" r="r" b="b"/>
              <a:pathLst>
                <a:path w="621029" h="621029">
                  <a:moveTo>
                    <a:pt x="620525" y="0"/>
                  </a:moveTo>
                  <a:lnTo>
                    <a:pt x="18510" y="602015"/>
                  </a:lnTo>
                  <a:lnTo>
                    <a:pt x="0" y="62052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565385" y="4314685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1" y="0"/>
                  </a:moveTo>
                  <a:lnTo>
                    <a:pt x="0" y="226563"/>
                  </a:lnTo>
                  <a:lnTo>
                    <a:pt x="226563" y="151042"/>
                  </a:lnTo>
                  <a:lnTo>
                    <a:pt x="75521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95844" y="3799608"/>
              <a:ext cx="598170" cy="598170"/>
            </a:xfrm>
            <a:custGeom>
              <a:avLst/>
              <a:gdLst/>
              <a:ahLst/>
              <a:cxnLst/>
              <a:rect l="l" t="t" r="r" b="b"/>
              <a:pathLst>
                <a:path w="598170" h="598170">
                  <a:moveTo>
                    <a:pt x="0" y="0"/>
                  </a:moveTo>
                  <a:lnTo>
                    <a:pt x="579180" y="579180"/>
                  </a:lnTo>
                  <a:lnTo>
                    <a:pt x="597690" y="597690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799504" y="4303267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58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50226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126121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870932"/>
            <a:ext cx="4379847" cy="785772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lang="en-US"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 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endParaRPr lang="en-US" sz="4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3151" y="5204338"/>
            <a:ext cx="17442597" cy="3863538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Committa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nytt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73" dirty="0">
                <a:solidFill>
                  <a:srgbClr val="838787"/>
                </a:solidFill>
                <a:latin typeface="Arial"/>
                <a:cs typeface="Arial"/>
              </a:rPr>
              <a:t>”blodpudding.txt”</a:t>
            </a:r>
            <a:endParaRPr lang="en-US" sz="48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Committa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nytt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2" dirty="0">
                <a:solidFill>
                  <a:srgbClr val="838787"/>
                </a:solidFill>
                <a:latin typeface="Arial"/>
                <a:cs typeface="Arial"/>
              </a:rPr>
              <a:t>”juice.txt”</a:t>
            </a:r>
            <a:endParaRPr sz="48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64" dirty="0">
                <a:solidFill>
                  <a:srgbClr val="838787"/>
                </a:solidFill>
                <a:latin typeface="Arial"/>
                <a:cs typeface="Arial"/>
              </a:rPr>
              <a:t>-b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42" dirty="0">
                <a:solidFill>
                  <a:srgbClr val="838787"/>
                </a:solidFill>
                <a:latin typeface="Arial"/>
                <a:cs typeface="Arial"/>
              </a:rPr>
              <a:t>pasta</a:t>
            </a:r>
            <a:endParaRPr sz="48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8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Committa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nytt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8" dirty="0">
                <a:solidFill>
                  <a:srgbClr val="838787"/>
                </a:solidFill>
                <a:latin typeface="Arial"/>
                <a:cs typeface="Arial"/>
              </a:rPr>
              <a:t>”spagghetti.txt”</a:t>
            </a:r>
            <a:endParaRPr sz="48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Committa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nytt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3" dirty="0">
                <a:solidFill>
                  <a:srgbClr val="838787"/>
                </a:solidFill>
                <a:latin typeface="Arial"/>
                <a:cs typeface="Arial"/>
              </a:rPr>
              <a:t>recept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6" dirty="0">
                <a:solidFill>
                  <a:srgbClr val="838787"/>
                </a:solidFill>
                <a:latin typeface="Arial"/>
                <a:cs typeface="Arial"/>
              </a:rPr>
              <a:t>”nudlar.txt”</a:t>
            </a:r>
            <a:endParaRPr sz="4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083348" y="8675368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908" y="0"/>
                </a:moveTo>
                <a:lnTo>
                  <a:pt x="669638" y="0"/>
                </a:lnTo>
                <a:lnTo>
                  <a:pt x="623450" y="2900"/>
                </a:lnTo>
                <a:lnTo>
                  <a:pt x="577512" y="8701"/>
                </a:lnTo>
                <a:lnTo>
                  <a:pt x="531989" y="17403"/>
                </a:lnTo>
                <a:lnTo>
                  <a:pt x="487046" y="29005"/>
                </a:lnTo>
                <a:lnTo>
                  <a:pt x="442849" y="43508"/>
                </a:lnTo>
                <a:lnTo>
                  <a:pt x="399565" y="60911"/>
                </a:lnTo>
                <a:lnTo>
                  <a:pt x="357359" y="81215"/>
                </a:lnTo>
                <a:lnTo>
                  <a:pt x="316397" y="104420"/>
                </a:lnTo>
                <a:lnTo>
                  <a:pt x="276846" y="130525"/>
                </a:lnTo>
                <a:lnTo>
                  <a:pt x="238870" y="159530"/>
                </a:lnTo>
                <a:lnTo>
                  <a:pt x="202636" y="191436"/>
                </a:lnTo>
                <a:lnTo>
                  <a:pt x="168863" y="225668"/>
                </a:lnTo>
                <a:lnTo>
                  <a:pt x="138161" y="261545"/>
                </a:lnTo>
                <a:lnTo>
                  <a:pt x="110528" y="298910"/>
                </a:lnTo>
                <a:lnTo>
                  <a:pt x="85966" y="337608"/>
                </a:lnTo>
                <a:lnTo>
                  <a:pt x="64475" y="377481"/>
                </a:lnTo>
                <a:lnTo>
                  <a:pt x="46053" y="418372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7"/>
                </a:lnTo>
                <a:lnTo>
                  <a:pt x="3070" y="719971"/>
                </a:lnTo>
                <a:lnTo>
                  <a:pt x="9210" y="763370"/>
                </a:lnTo>
                <a:lnTo>
                  <a:pt x="18421" y="806377"/>
                </a:lnTo>
                <a:lnTo>
                  <a:pt x="30702" y="848836"/>
                </a:lnTo>
                <a:lnTo>
                  <a:pt x="46053" y="890590"/>
                </a:lnTo>
                <a:lnTo>
                  <a:pt x="64475" y="931481"/>
                </a:lnTo>
                <a:lnTo>
                  <a:pt x="85966" y="971355"/>
                </a:lnTo>
                <a:lnTo>
                  <a:pt x="110528" y="1010052"/>
                </a:lnTo>
                <a:lnTo>
                  <a:pt x="138161" y="1047418"/>
                </a:lnTo>
                <a:lnTo>
                  <a:pt x="168863" y="1083295"/>
                </a:lnTo>
                <a:lnTo>
                  <a:pt x="202636" y="1117526"/>
                </a:lnTo>
                <a:lnTo>
                  <a:pt x="238870" y="1149433"/>
                </a:lnTo>
                <a:lnTo>
                  <a:pt x="276846" y="1178438"/>
                </a:lnTo>
                <a:lnTo>
                  <a:pt x="316397" y="1204543"/>
                </a:lnTo>
                <a:lnTo>
                  <a:pt x="357359" y="1227748"/>
                </a:lnTo>
                <a:lnTo>
                  <a:pt x="399565" y="1248052"/>
                </a:lnTo>
                <a:lnTo>
                  <a:pt x="442849" y="1265455"/>
                </a:lnTo>
                <a:lnTo>
                  <a:pt x="487046" y="1279958"/>
                </a:lnTo>
                <a:lnTo>
                  <a:pt x="531989" y="1291560"/>
                </a:lnTo>
                <a:lnTo>
                  <a:pt x="577512" y="1300262"/>
                </a:lnTo>
                <a:lnTo>
                  <a:pt x="623450" y="1306063"/>
                </a:lnTo>
                <a:lnTo>
                  <a:pt x="669638" y="1308963"/>
                </a:lnTo>
                <a:lnTo>
                  <a:pt x="715908" y="1308963"/>
                </a:lnTo>
                <a:lnTo>
                  <a:pt x="762095" y="1306063"/>
                </a:lnTo>
                <a:lnTo>
                  <a:pt x="808033" y="1300262"/>
                </a:lnTo>
                <a:lnTo>
                  <a:pt x="853557" y="1291560"/>
                </a:lnTo>
                <a:lnTo>
                  <a:pt x="898500" y="1279958"/>
                </a:lnTo>
                <a:lnTo>
                  <a:pt x="942696" y="1265455"/>
                </a:lnTo>
                <a:lnTo>
                  <a:pt x="985980" y="1248052"/>
                </a:lnTo>
                <a:lnTo>
                  <a:pt x="1028186" y="1227748"/>
                </a:lnTo>
                <a:lnTo>
                  <a:pt x="1069148" y="1204543"/>
                </a:lnTo>
                <a:lnTo>
                  <a:pt x="1108700" y="1178438"/>
                </a:lnTo>
                <a:lnTo>
                  <a:pt x="1146676" y="1149433"/>
                </a:lnTo>
                <a:lnTo>
                  <a:pt x="1182910" y="1117526"/>
                </a:lnTo>
                <a:lnTo>
                  <a:pt x="1216684" y="1083295"/>
                </a:lnTo>
                <a:lnTo>
                  <a:pt x="1247387" y="1047418"/>
                </a:lnTo>
                <a:lnTo>
                  <a:pt x="1275020" y="1010052"/>
                </a:lnTo>
                <a:lnTo>
                  <a:pt x="1299583" y="971355"/>
                </a:lnTo>
                <a:lnTo>
                  <a:pt x="1321076" y="931481"/>
                </a:lnTo>
                <a:lnTo>
                  <a:pt x="1339498" y="890590"/>
                </a:lnTo>
                <a:lnTo>
                  <a:pt x="1354850" y="848836"/>
                </a:lnTo>
                <a:lnTo>
                  <a:pt x="1367131" y="806377"/>
                </a:lnTo>
                <a:lnTo>
                  <a:pt x="1376342" y="763370"/>
                </a:lnTo>
                <a:lnTo>
                  <a:pt x="1382483" y="719971"/>
                </a:lnTo>
                <a:lnTo>
                  <a:pt x="1385554" y="676337"/>
                </a:lnTo>
                <a:lnTo>
                  <a:pt x="1385554" y="632625"/>
                </a:lnTo>
                <a:lnTo>
                  <a:pt x="1382483" y="588991"/>
                </a:lnTo>
                <a:lnTo>
                  <a:pt x="1376342" y="545592"/>
                </a:lnTo>
                <a:lnTo>
                  <a:pt x="1367131" y="502585"/>
                </a:lnTo>
                <a:lnTo>
                  <a:pt x="1354850" y="460126"/>
                </a:lnTo>
                <a:lnTo>
                  <a:pt x="1339498" y="418372"/>
                </a:lnTo>
                <a:lnTo>
                  <a:pt x="1321076" y="377481"/>
                </a:lnTo>
                <a:lnTo>
                  <a:pt x="1299583" y="337608"/>
                </a:lnTo>
                <a:lnTo>
                  <a:pt x="1275020" y="298910"/>
                </a:lnTo>
                <a:lnTo>
                  <a:pt x="1247387" y="261545"/>
                </a:lnTo>
                <a:lnTo>
                  <a:pt x="1216684" y="225668"/>
                </a:lnTo>
                <a:lnTo>
                  <a:pt x="1182910" y="191436"/>
                </a:lnTo>
                <a:lnTo>
                  <a:pt x="1146676" y="159530"/>
                </a:lnTo>
                <a:lnTo>
                  <a:pt x="1108700" y="130525"/>
                </a:lnTo>
                <a:lnTo>
                  <a:pt x="1069148" y="104420"/>
                </a:lnTo>
                <a:lnTo>
                  <a:pt x="1028186" y="81215"/>
                </a:lnTo>
                <a:lnTo>
                  <a:pt x="985980" y="60911"/>
                </a:lnTo>
                <a:lnTo>
                  <a:pt x="942696" y="43508"/>
                </a:lnTo>
                <a:lnTo>
                  <a:pt x="898500" y="29005"/>
                </a:lnTo>
                <a:lnTo>
                  <a:pt x="853557" y="17403"/>
                </a:lnTo>
                <a:lnTo>
                  <a:pt x="808033" y="8701"/>
                </a:lnTo>
                <a:lnTo>
                  <a:pt x="762095" y="2900"/>
                </a:lnTo>
                <a:lnTo>
                  <a:pt x="71590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355674" y="9002550"/>
            <a:ext cx="113594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r>
              <a:rPr sz="4000" b="1" spc="-557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4000" b="1" spc="-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909371" y="5679180"/>
            <a:ext cx="908752" cy="908752"/>
          </a:xfrm>
          <a:custGeom>
            <a:avLst/>
            <a:gdLst/>
            <a:ahLst/>
            <a:cxnLst/>
            <a:rect l="l" t="t" r="r" b="b"/>
            <a:pathLst>
              <a:path w="749300" h="749300">
                <a:moveTo>
                  <a:pt x="269552" y="0"/>
                </a:moveTo>
                <a:lnTo>
                  <a:pt x="269552" y="254569"/>
                </a:lnTo>
                <a:lnTo>
                  <a:pt x="0" y="254569"/>
                </a:lnTo>
                <a:lnTo>
                  <a:pt x="0" y="494164"/>
                </a:lnTo>
                <a:lnTo>
                  <a:pt x="269552" y="494164"/>
                </a:lnTo>
                <a:lnTo>
                  <a:pt x="269552" y="748733"/>
                </a:lnTo>
                <a:lnTo>
                  <a:pt x="748741" y="374366"/>
                </a:lnTo>
                <a:lnTo>
                  <a:pt x="269552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379664" y="5851781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083348" y="5397926"/>
            <a:ext cx="1680422" cy="1588006"/>
          </a:xfrm>
          <a:custGeom>
            <a:avLst/>
            <a:gdLst/>
            <a:ahLst/>
            <a:cxnLst/>
            <a:rect l="l" t="t" r="r" b="b"/>
            <a:pathLst>
              <a:path w="1385569" h="1309370">
                <a:moveTo>
                  <a:pt x="715908" y="0"/>
                </a:moveTo>
                <a:lnTo>
                  <a:pt x="669638" y="0"/>
                </a:lnTo>
                <a:lnTo>
                  <a:pt x="623450" y="2900"/>
                </a:lnTo>
                <a:lnTo>
                  <a:pt x="577512" y="8701"/>
                </a:lnTo>
                <a:lnTo>
                  <a:pt x="531989" y="17403"/>
                </a:lnTo>
                <a:lnTo>
                  <a:pt x="487046" y="29005"/>
                </a:lnTo>
                <a:lnTo>
                  <a:pt x="442849" y="43508"/>
                </a:lnTo>
                <a:lnTo>
                  <a:pt x="399565" y="60911"/>
                </a:lnTo>
                <a:lnTo>
                  <a:pt x="357359" y="81215"/>
                </a:lnTo>
                <a:lnTo>
                  <a:pt x="316397" y="104420"/>
                </a:lnTo>
                <a:lnTo>
                  <a:pt x="276846" y="130525"/>
                </a:lnTo>
                <a:lnTo>
                  <a:pt x="238870" y="159530"/>
                </a:lnTo>
                <a:lnTo>
                  <a:pt x="202636" y="191436"/>
                </a:lnTo>
                <a:lnTo>
                  <a:pt x="168863" y="225668"/>
                </a:lnTo>
                <a:lnTo>
                  <a:pt x="138161" y="261545"/>
                </a:lnTo>
                <a:lnTo>
                  <a:pt x="110528" y="298910"/>
                </a:lnTo>
                <a:lnTo>
                  <a:pt x="85966" y="337608"/>
                </a:lnTo>
                <a:lnTo>
                  <a:pt x="64475" y="377481"/>
                </a:lnTo>
                <a:lnTo>
                  <a:pt x="46053" y="418373"/>
                </a:lnTo>
                <a:lnTo>
                  <a:pt x="30702" y="460126"/>
                </a:lnTo>
                <a:lnTo>
                  <a:pt x="18421" y="502585"/>
                </a:lnTo>
                <a:lnTo>
                  <a:pt x="9210" y="545592"/>
                </a:lnTo>
                <a:lnTo>
                  <a:pt x="3070" y="588991"/>
                </a:lnTo>
                <a:lnTo>
                  <a:pt x="0" y="632625"/>
                </a:lnTo>
                <a:lnTo>
                  <a:pt x="0" y="676338"/>
                </a:lnTo>
                <a:lnTo>
                  <a:pt x="3070" y="719972"/>
                </a:lnTo>
                <a:lnTo>
                  <a:pt x="9210" y="763371"/>
                </a:lnTo>
                <a:lnTo>
                  <a:pt x="18421" y="806378"/>
                </a:lnTo>
                <a:lnTo>
                  <a:pt x="30702" y="848837"/>
                </a:lnTo>
                <a:lnTo>
                  <a:pt x="46053" y="890590"/>
                </a:lnTo>
                <a:lnTo>
                  <a:pt x="64475" y="931482"/>
                </a:lnTo>
                <a:lnTo>
                  <a:pt x="85966" y="971355"/>
                </a:lnTo>
                <a:lnTo>
                  <a:pt x="110528" y="1010053"/>
                </a:lnTo>
                <a:lnTo>
                  <a:pt x="138161" y="1047418"/>
                </a:lnTo>
                <a:lnTo>
                  <a:pt x="168863" y="1083295"/>
                </a:lnTo>
                <a:lnTo>
                  <a:pt x="202636" y="1117526"/>
                </a:lnTo>
                <a:lnTo>
                  <a:pt x="238870" y="1149433"/>
                </a:lnTo>
                <a:lnTo>
                  <a:pt x="276846" y="1178438"/>
                </a:lnTo>
                <a:lnTo>
                  <a:pt x="316397" y="1204543"/>
                </a:lnTo>
                <a:lnTo>
                  <a:pt x="357359" y="1227748"/>
                </a:lnTo>
                <a:lnTo>
                  <a:pt x="399565" y="1248052"/>
                </a:lnTo>
                <a:lnTo>
                  <a:pt x="442849" y="1265455"/>
                </a:lnTo>
                <a:lnTo>
                  <a:pt x="487046" y="1279958"/>
                </a:lnTo>
                <a:lnTo>
                  <a:pt x="531989" y="1291560"/>
                </a:lnTo>
                <a:lnTo>
                  <a:pt x="577512" y="1300262"/>
                </a:lnTo>
                <a:lnTo>
                  <a:pt x="623450" y="1306063"/>
                </a:lnTo>
                <a:lnTo>
                  <a:pt x="669638" y="1308963"/>
                </a:lnTo>
                <a:lnTo>
                  <a:pt x="715908" y="1308963"/>
                </a:lnTo>
                <a:lnTo>
                  <a:pt x="762095" y="1306063"/>
                </a:lnTo>
                <a:lnTo>
                  <a:pt x="808033" y="1300262"/>
                </a:lnTo>
                <a:lnTo>
                  <a:pt x="853557" y="1291560"/>
                </a:lnTo>
                <a:lnTo>
                  <a:pt x="898500" y="1279958"/>
                </a:lnTo>
                <a:lnTo>
                  <a:pt x="942696" y="1265455"/>
                </a:lnTo>
                <a:lnTo>
                  <a:pt x="985980" y="1248052"/>
                </a:lnTo>
                <a:lnTo>
                  <a:pt x="1028186" y="1227748"/>
                </a:lnTo>
                <a:lnTo>
                  <a:pt x="1069148" y="1204543"/>
                </a:lnTo>
                <a:lnTo>
                  <a:pt x="1108700" y="1178438"/>
                </a:lnTo>
                <a:lnTo>
                  <a:pt x="1146676" y="1149433"/>
                </a:lnTo>
                <a:lnTo>
                  <a:pt x="1182910" y="1117526"/>
                </a:lnTo>
                <a:lnTo>
                  <a:pt x="1216684" y="1083295"/>
                </a:lnTo>
                <a:lnTo>
                  <a:pt x="1247387" y="1047418"/>
                </a:lnTo>
                <a:lnTo>
                  <a:pt x="1275020" y="1010053"/>
                </a:lnTo>
                <a:lnTo>
                  <a:pt x="1299583" y="971355"/>
                </a:lnTo>
                <a:lnTo>
                  <a:pt x="1321076" y="931482"/>
                </a:lnTo>
                <a:lnTo>
                  <a:pt x="1339498" y="890590"/>
                </a:lnTo>
                <a:lnTo>
                  <a:pt x="1354850" y="848837"/>
                </a:lnTo>
                <a:lnTo>
                  <a:pt x="1367131" y="806378"/>
                </a:lnTo>
                <a:lnTo>
                  <a:pt x="1376342" y="763371"/>
                </a:lnTo>
                <a:lnTo>
                  <a:pt x="1382483" y="719972"/>
                </a:lnTo>
                <a:lnTo>
                  <a:pt x="1385554" y="676338"/>
                </a:lnTo>
                <a:lnTo>
                  <a:pt x="1385554" y="632625"/>
                </a:lnTo>
                <a:lnTo>
                  <a:pt x="1382483" y="588991"/>
                </a:lnTo>
                <a:lnTo>
                  <a:pt x="1376342" y="545592"/>
                </a:lnTo>
                <a:lnTo>
                  <a:pt x="1367131" y="502585"/>
                </a:lnTo>
                <a:lnTo>
                  <a:pt x="1354850" y="460126"/>
                </a:lnTo>
                <a:lnTo>
                  <a:pt x="1339498" y="418373"/>
                </a:lnTo>
                <a:lnTo>
                  <a:pt x="1321076" y="377481"/>
                </a:lnTo>
                <a:lnTo>
                  <a:pt x="1299583" y="337608"/>
                </a:lnTo>
                <a:lnTo>
                  <a:pt x="1275020" y="298910"/>
                </a:lnTo>
                <a:lnTo>
                  <a:pt x="1247387" y="261545"/>
                </a:lnTo>
                <a:lnTo>
                  <a:pt x="1216684" y="225668"/>
                </a:lnTo>
                <a:lnTo>
                  <a:pt x="1182910" y="191436"/>
                </a:lnTo>
                <a:lnTo>
                  <a:pt x="1146676" y="159530"/>
                </a:lnTo>
                <a:lnTo>
                  <a:pt x="1108700" y="130525"/>
                </a:lnTo>
                <a:lnTo>
                  <a:pt x="1069148" y="104420"/>
                </a:lnTo>
                <a:lnTo>
                  <a:pt x="1028186" y="81215"/>
                </a:lnTo>
                <a:lnTo>
                  <a:pt x="985980" y="60911"/>
                </a:lnTo>
                <a:lnTo>
                  <a:pt x="942696" y="43508"/>
                </a:lnTo>
                <a:lnTo>
                  <a:pt x="898500" y="29005"/>
                </a:lnTo>
                <a:lnTo>
                  <a:pt x="853557" y="17403"/>
                </a:lnTo>
                <a:lnTo>
                  <a:pt x="808033" y="8701"/>
                </a:lnTo>
                <a:lnTo>
                  <a:pt x="762095" y="2900"/>
                </a:lnTo>
                <a:lnTo>
                  <a:pt x="71590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313767" y="5720544"/>
            <a:ext cx="121988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43" dirty="0">
                <a:solidFill>
                  <a:srgbClr val="FFFFFF"/>
                </a:solidFill>
                <a:latin typeface="Calibri"/>
                <a:cs typeface="Calibri"/>
              </a:rPr>
              <a:t>3G379H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7794022" y="6982906"/>
            <a:ext cx="259534" cy="1591087"/>
            <a:chOff x="14671124" y="5757665"/>
            <a:chExt cx="213995" cy="1311910"/>
          </a:xfrm>
        </p:grpSpPr>
        <p:sp>
          <p:nvSpPr>
            <p:cNvPr id="12" name="object 12"/>
            <p:cNvSpPr/>
            <p:nvPr/>
          </p:nvSpPr>
          <p:spPr>
            <a:xfrm>
              <a:off x="14777927" y="5757665"/>
              <a:ext cx="0" cy="1124585"/>
            </a:xfrm>
            <a:custGeom>
              <a:avLst/>
              <a:gdLst/>
              <a:ahLst/>
              <a:cxnLst/>
              <a:rect l="l" t="t" r="r" b="b"/>
              <a:pathLst>
                <a:path h="1124584">
                  <a:moveTo>
                    <a:pt x="0" y="0"/>
                  </a:moveTo>
                  <a:lnTo>
                    <a:pt x="0" y="1097975"/>
                  </a:lnTo>
                  <a:lnTo>
                    <a:pt x="0" y="1124153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671124" y="6855641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44696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3"/>
            <a:ext cx="5017135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11698171" y="8867802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4" y="15003"/>
                </a:lnTo>
                <a:lnTo>
                  <a:pt x="419799" y="26673"/>
                </a:lnTo>
                <a:lnTo>
                  <a:pt x="375771" y="41677"/>
                </a:lnTo>
                <a:lnTo>
                  <a:pt x="332840" y="60015"/>
                </a:lnTo>
                <a:lnTo>
                  <a:pt x="291224" y="81687"/>
                </a:lnTo>
                <a:lnTo>
                  <a:pt x="251144" y="106694"/>
                </a:lnTo>
                <a:lnTo>
                  <a:pt x="212818" y="135035"/>
                </a:lnTo>
                <a:lnTo>
                  <a:pt x="176465" y="166710"/>
                </a:lnTo>
                <a:lnTo>
                  <a:pt x="142936" y="201053"/>
                </a:lnTo>
                <a:lnTo>
                  <a:pt x="112937" y="237261"/>
                </a:lnTo>
                <a:lnTo>
                  <a:pt x="86468" y="275126"/>
                </a:lnTo>
                <a:lnTo>
                  <a:pt x="63527" y="314441"/>
                </a:lnTo>
                <a:lnTo>
                  <a:pt x="44116" y="354999"/>
                </a:lnTo>
                <a:lnTo>
                  <a:pt x="28234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4"/>
                </a:lnTo>
                <a:lnTo>
                  <a:pt x="44116" y="783368"/>
                </a:lnTo>
                <a:lnTo>
                  <a:pt x="63527" y="823926"/>
                </a:lnTo>
                <a:lnTo>
                  <a:pt x="86468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5" y="971657"/>
                </a:lnTo>
                <a:lnTo>
                  <a:pt x="212818" y="1003332"/>
                </a:lnTo>
                <a:lnTo>
                  <a:pt x="251144" y="1031672"/>
                </a:lnTo>
                <a:lnTo>
                  <a:pt x="291224" y="1056679"/>
                </a:lnTo>
                <a:lnTo>
                  <a:pt x="332840" y="1078351"/>
                </a:lnTo>
                <a:lnTo>
                  <a:pt x="375771" y="1096689"/>
                </a:lnTo>
                <a:lnTo>
                  <a:pt x="419799" y="1111693"/>
                </a:lnTo>
                <a:lnTo>
                  <a:pt x="464704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10" y="1131699"/>
                </a:lnTo>
                <a:lnTo>
                  <a:pt x="740272" y="1123363"/>
                </a:lnTo>
                <a:lnTo>
                  <a:pt x="785177" y="1111693"/>
                </a:lnTo>
                <a:lnTo>
                  <a:pt x="829205" y="1096689"/>
                </a:lnTo>
                <a:lnTo>
                  <a:pt x="872136" y="1078351"/>
                </a:lnTo>
                <a:lnTo>
                  <a:pt x="913751" y="1056679"/>
                </a:lnTo>
                <a:lnTo>
                  <a:pt x="953832" y="1031672"/>
                </a:lnTo>
                <a:lnTo>
                  <a:pt x="992158" y="1003332"/>
                </a:lnTo>
                <a:lnTo>
                  <a:pt x="1028511" y="971657"/>
                </a:lnTo>
                <a:lnTo>
                  <a:pt x="1062040" y="937314"/>
                </a:lnTo>
                <a:lnTo>
                  <a:pt x="1092040" y="901106"/>
                </a:lnTo>
                <a:lnTo>
                  <a:pt x="1118510" y="863241"/>
                </a:lnTo>
                <a:lnTo>
                  <a:pt x="1141451" y="823926"/>
                </a:lnTo>
                <a:lnTo>
                  <a:pt x="1160862" y="783368"/>
                </a:lnTo>
                <a:lnTo>
                  <a:pt x="1176745" y="741774"/>
                </a:lnTo>
                <a:lnTo>
                  <a:pt x="1189097" y="699351"/>
                </a:lnTo>
                <a:lnTo>
                  <a:pt x="1197921" y="656307"/>
                </a:lnTo>
                <a:lnTo>
                  <a:pt x="1203215" y="612849"/>
                </a:lnTo>
                <a:lnTo>
                  <a:pt x="1204980" y="569183"/>
                </a:lnTo>
                <a:lnTo>
                  <a:pt x="1203215" y="525518"/>
                </a:lnTo>
                <a:lnTo>
                  <a:pt x="1197921" y="482059"/>
                </a:lnTo>
                <a:lnTo>
                  <a:pt x="1189097" y="439015"/>
                </a:lnTo>
                <a:lnTo>
                  <a:pt x="1176745" y="396593"/>
                </a:lnTo>
                <a:lnTo>
                  <a:pt x="1160862" y="354999"/>
                </a:lnTo>
                <a:lnTo>
                  <a:pt x="1141451" y="314441"/>
                </a:lnTo>
                <a:lnTo>
                  <a:pt x="1118510" y="275126"/>
                </a:lnTo>
                <a:lnTo>
                  <a:pt x="1092040" y="237261"/>
                </a:lnTo>
                <a:lnTo>
                  <a:pt x="1062040" y="201053"/>
                </a:lnTo>
                <a:lnTo>
                  <a:pt x="1028511" y="166710"/>
                </a:lnTo>
                <a:lnTo>
                  <a:pt x="992158" y="135035"/>
                </a:lnTo>
                <a:lnTo>
                  <a:pt x="953832" y="106694"/>
                </a:lnTo>
                <a:lnTo>
                  <a:pt x="913751" y="81687"/>
                </a:lnTo>
                <a:lnTo>
                  <a:pt x="872136" y="60015"/>
                </a:lnTo>
                <a:lnTo>
                  <a:pt x="829205" y="41677"/>
                </a:lnTo>
                <a:lnTo>
                  <a:pt x="785177" y="26673"/>
                </a:lnTo>
                <a:lnTo>
                  <a:pt x="740272" y="15003"/>
                </a:lnTo>
                <a:lnTo>
                  <a:pt x="694710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913587" y="9092541"/>
            <a:ext cx="103120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61" dirty="0">
                <a:solidFill>
                  <a:srgbClr val="FFFFFF"/>
                </a:solidFill>
                <a:latin typeface="Calibri"/>
                <a:cs typeface="Calibri"/>
              </a:rPr>
              <a:t>3G39H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698171" y="11424126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4" y="15003"/>
                </a:lnTo>
                <a:lnTo>
                  <a:pt x="419799" y="26673"/>
                </a:lnTo>
                <a:lnTo>
                  <a:pt x="375771" y="41677"/>
                </a:lnTo>
                <a:lnTo>
                  <a:pt x="332840" y="60015"/>
                </a:lnTo>
                <a:lnTo>
                  <a:pt x="291224" y="81687"/>
                </a:lnTo>
                <a:lnTo>
                  <a:pt x="251144" y="106694"/>
                </a:lnTo>
                <a:lnTo>
                  <a:pt x="212818" y="135035"/>
                </a:lnTo>
                <a:lnTo>
                  <a:pt x="176465" y="166710"/>
                </a:lnTo>
                <a:lnTo>
                  <a:pt x="142936" y="201053"/>
                </a:lnTo>
                <a:lnTo>
                  <a:pt x="112937" y="237261"/>
                </a:lnTo>
                <a:lnTo>
                  <a:pt x="86468" y="275126"/>
                </a:lnTo>
                <a:lnTo>
                  <a:pt x="63527" y="314441"/>
                </a:lnTo>
                <a:lnTo>
                  <a:pt x="44116" y="354999"/>
                </a:lnTo>
                <a:lnTo>
                  <a:pt x="28234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4"/>
                </a:lnTo>
                <a:lnTo>
                  <a:pt x="44116" y="783368"/>
                </a:lnTo>
                <a:lnTo>
                  <a:pt x="63527" y="823926"/>
                </a:lnTo>
                <a:lnTo>
                  <a:pt x="86468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5" y="971657"/>
                </a:lnTo>
                <a:lnTo>
                  <a:pt x="212818" y="1003332"/>
                </a:lnTo>
                <a:lnTo>
                  <a:pt x="251144" y="1031673"/>
                </a:lnTo>
                <a:lnTo>
                  <a:pt x="291224" y="1056679"/>
                </a:lnTo>
                <a:lnTo>
                  <a:pt x="332840" y="1078352"/>
                </a:lnTo>
                <a:lnTo>
                  <a:pt x="375771" y="1096690"/>
                </a:lnTo>
                <a:lnTo>
                  <a:pt x="419799" y="1111694"/>
                </a:lnTo>
                <a:lnTo>
                  <a:pt x="464704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10" y="1131699"/>
                </a:lnTo>
                <a:lnTo>
                  <a:pt x="740272" y="1123363"/>
                </a:lnTo>
                <a:lnTo>
                  <a:pt x="785177" y="1111694"/>
                </a:lnTo>
                <a:lnTo>
                  <a:pt x="829205" y="1096690"/>
                </a:lnTo>
                <a:lnTo>
                  <a:pt x="872136" y="1078352"/>
                </a:lnTo>
                <a:lnTo>
                  <a:pt x="913751" y="1056679"/>
                </a:lnTo>
                <a:lnTo>
                  <a:pt x="953832" y="1031673"/>
                </a:lnTo>
                <a:lnTo>
                  <a:pt x="992158" y="1003332"/>
                </a:lnTo>
                <a:lnTo>
                  <a:pt x="1028511" y="971657"/>
                </a:lnTo>
                <a:lnTo>
                  <a:pt x="1062040" y="937314"/>
                </a:lnTo>
                <a:lnTo>
                  <a:pt x="1092040" y="901106"/>
                </a:lnTo>
                <a:lnTo>
                  <a:pt x="1118510" y="863241"/>
                </a:lnTo>
                <a:lnTo>
                  <a:pt x="1141451" y="823926"/>
                </a:lnTo>
                <a:lnTo>
                  <a:pt x="1160862" y="783368"/>
                </a:lnTo>
                <a:lnTo>
                  <a:pt x="1176745" y="741774"/>
                </a:lnTo>
                <a:lnTo>
                  <a:pt x="1189097" y="699351"/>
                </a:lnTo>
                <a:lnTo>
                  <a:pt x="1197921" y="656307"/>
                </a:lnTo>
                <a:lnTo>
                  <a:pt x="1203215" y="612849"/>
                </a:lnTo>
                <a:lnTo>
                  <a:pt x="1204980" y="569183"/>
                </a:lnTo>
                <a:lnTo>
                  <a:pt x="1203215" y="525518"/>
                </a:lnTo>
                <a:lnTo>
                  <a:pt x="1197921" y="482059"/>
                </a:lnTo>
                <a:lnTo>
                  <a:pt x="1189097" y="439015"/>
                </a:lnTo>
                <a:lnTo>
                  <a:pt x="1176745" y="396593"/>
                </a:lnTo>
                <a:lnTo>
                  <a:pt x="1160862" y="354999"/>
                </a:lnTo>
                <a:lnTo>
                  <a:pt x="1141451" y="314441"/>
                </a:lnTo>
                <a:lnTo>
                  <a:pt x="1118510" y="275126"/>
                </a:lnTo>
                <a:lnTo>
                  <a:pt x="1092040" y="237261"/>
                </a:lnTo>
                <a:lnTo>
                  <a:pt x="1062040" y="201053"/>
                </a:lnTo>
                <a:lnTo>
                  <a:pt x="1028511" y="166710"/>
                </a:lnTo>
                <a:lnTo>
                  <a:pt x="992158" y="135035"/>
                </a:lnTo>
                <a:lnTo>
                  <a:pt x="953832" y="106694"/>
                </a:lnTo>
                <a:lnTo>
                  <a:pt x="913751" y="81687"/>
                </a:lnTo>
                <a:lnTo>
                  <a:pt x="872136" y="60015"/>
                </a:lnTo>
                <a:lnTo>
                  <a:pt x="829205" y="41677"/>
                </a:lnTo>
                <a:lnTo>
                  <a:pt x="785177" y="26673"/>
                </a:lnTo>
                <a:lnTo>
                  <a:pt x="740272" y="15003"/>
                </a:lnTo>
                <a:lnTo>
                  <a:pt x="694710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942289" y="11652139"/>
            <a:ext cx="97344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17" dirty="0">
                <a:solidFill>
                  <a:srgbClr val="FFFFFF"/>
                </a:solidFill>
                <a:latin typeface="Calibri"/>
                <a:cs typeface="Calibri"/>
              </a:rPr>
              <a:t>4T57A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52781" y="4063715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234285" y="0"/>
                </a:moveTo>
                <a:lnTo>
                  <a:pt x="234285" y="221268"/>
                </a:lnTo>
                <a:lnTo>
                  <a:pt x="0" y="221268"/>
                </a:lnTo>
                <a:lnTo>
                  <a:pt x="0" y="429522"/>
                </a:lnTo>
                <a:lnTo>
                  <a:pt x="234285" y="429522"/>
                </a:lnTo>
                <a:lnTo>
                  <a:pt x="234285" y="650790"/>
                </a:lnTo>
                <a:lnTo>
                  <a:pt x="650790" y="325395"/>
                </a:lnTo>
                <a:lnTo>
                  <a:pt x="234285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87520" y="4063715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416510" y="0"/>
                </a:moveTo>
                <a:lnTo>
                  <a:pt x="0" y="325395"/>
                </a:lnTo>
                <a:lnTo>
                  <a:pt x="416510" y="650790"/>
                </a:lnTo>
                <a:lnTo>
                  <a:pt x="416510" y="429522"/>
                </a:lnTo>
                <a:lnTo>
                  <a:pt x="650796" y="429522"/>
                </a:lnTo>
                <a:lnTo>
                  <a:pt x="650796" y="221268"/>
                </a:lnTo>
                <a:lnTo>
                  <a:pt x="416510" y="221268"/>
                </a:lnTo>
                <a:lnTo>
                  <a:pt x="416510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1264637" y="8023634"/>
            <a:ext cx="2294985" cy="3370855"/>
            <a:chOff x="9287405" y="6615783"/>
            <a:chExt cx="1892300" cy="2779395"/>
          </a:xfrm>
        </p:grpSpPr>
        <p:sp>
          <p:nvSpPr>
            <p:cNvPr id="10" name="object 10"/>
            <p:cNvSpPr/>
            <p:nvPr/>
          </p:nvSpPr>
          <p:spPr>
            <a:xfrm>
              <a:off x="10248443" y="8474775"/>
              <a:ext cx="6985" cy="733425"/>
            </a:xfrm>
            <a:custGeom>
              <a:avLst/>
              <a:gdLst/>
              <a:ahLst/>
              <a:cxnLst/>
              <a:rect l="l" t="t" r="r" b="b"/>
              <a:pathLst>
                <a:path w="6984" h="733425">
                  <a:moveTo>
                    <a:pt x="6362" y="0"/>
                  </a:moveTo>
                  <a:lnTo>
                    <a:pt x="227" y="706723"/>
                  </a:lnTo>
                  <a:lnTo>
                    <a:pt x="0" y="73289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41872" y="9180571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5"/>
                  </a:lnTo>
                  <a:lnTo>
                    <a:pt x="213597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313583" y="6641960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0" y="0"/>
                  </a:moveTo>
                  <a:lnTo>
                    <a:pt x="494394" y="494394"/>
                  </a:lnTo>
                  <a:lnTo>
                    <a:pt x="512904" y="512904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732456" y="7060833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2"/>
                  </a:lnTo>
                  <a:lnTo>
                    <a:pt x="226563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40619" y="6641960"/>
              <a:ext cx="513080" cy="513080"/>
            </a:xfrm>
            <a:custGeom>
              <a:avLst/>
              <a:gdLst/>
              <a:ahLst/>
              <a:cxnLst/>
              <a:rect l="l" t="t" r="r" b="b"/>
              <a:pathLst>
                <a:path w="513079" h="513079">
                  <a:moveTo>
                    <a:pt x="512904" y="0"/>
                  </a:moveTo>
                  <a:lnTo>
                    <a:pt x="18510" y="494394"/>
                  </a:lnTo>
                  <a:lnTo>
                    <a:pt x="0" y="512904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508088" y="7060833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75526" y="0"/>
                  </a:moveTo>
                  <a:lnTo>
                    <a:pt x="0" y="226563"/>
                  </a:lnTo>
                  <a:lnTo>
                    <a:pt x="226569" y="151042"/>
                  </a:lnTo>
                  <a:lnTo>
                    <a:pt x="7552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97285" y="4135321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53928" y="4171965"/>
            <a:ext cx="1152882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67" dirty="0">
                <a:solidFill>
                  <a:srgbClr val="FFFFFF"/>
                </a:solidFill>
                <a:latin typeface="Arial"/>
                <a:cs typeface="Arial"/>
              </a:rPr>
              <a:t>pasta*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229295" y="6558715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8" y="1667"/>
                </a:lnTo>
                <a:lnTo>
                  <a:pt x="510266" y="6668"/>
                </a:lnTo>
                <a:lnTo>
                  <a:pt x="464704" y="15003"/>
                </a:lnTo>
                <a:lnTo>
                  <a:pt x="419799" y="26673"/>
                </a:lnTo>
                <a:lnTo>
                  <a:pt x="375771" y="41677"/>
                </a:lnTo>
                <a:lnTo>
                  <a:pt x="332840" y="60015"/>
                </a:lnTo>
                <a:lnTo>
                  <a:pt x="291224" y="81687"/>
                </a:lnTo>
                <a:lnTo>
                  <a:pt x="251143" y="106694"/>
                </a:lnTo>
                <a:lnTo>
                  <a:pt x="212817" y="135035"/>
                </a:lnTo>
                <a:lnTo>
                  <a:pt x="176464" y="166710"/>
                </a:lnTo>
                <a:lnTo>
                  <a:pt x="142936" y="201053"/>
                </a:lnTo>
                <a:lnTo>
                  <a:pt x="112937" y="237261"/>
                </a:lnTo>
                <a:lnTo>
                  <a:pt x="86467" y="275126"/>
                </a:lnTo>
                <a:lnTo>
                  <a:pt x="63527" y="314441"/>
                </a:lnTo>
                <a:lnTo>
                  <a:pt x="44116" y="354999"/>
                </a:lnTo>
                <a:lnTo>
                  <a:pt x="28234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4"/>
                </a:lnTo>
                <a:lnTo>
                  <a:pt x="44116" y="783368"/>
                </a:lnTo>
                <a:lnTo>
                  <a:pt x="63527" y="823926"/>
                </a:lnTo>
                <a:lnTo>
                  <a:pt x="86467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4" y="971657"/>
                </a:lnTo>
                <a:lnTo>
                  <a:pt x="212817" y="1003332"/>
                </a:lnTo>
                <a:lnTo>
                  <a:pt x="251143" y="1031672"/>
                </a:lnTo>
                <a:lnTo>
                  <a:pt x="291224" y="1056679"/>
                </a:lnTo>
                <a:lnTo>
                  <a:pt x="332840" y="1078351"/>
                </a:lnTo>
                <a:lnTo>
                  <a:pt x="375771" y="1096689"/>
                </a:lnTo>
                <a:lnTo>
                  <a:pt x="419799" y="1111693"/>
                </a:lnTo>
                <a:lnTo>
                  <a:pt x="464704" y="1123363"/>
                </a:lnTo>
                <a:lnTo>
                  <a:pt x="510266" y="1131699"/>
                </a:lnTo>
                <a:lnTo>
                  <a:pt x="556268" y="1136700"/>
                </a:lnTo>
                <a:lnTo>
                  <a:pt x="602488" y="1138367"/>
                </a:lnTo>
                <a:lnTo>
                  <a:pt x="648709" y="1136700"/>
                </a:lnTo>
                <a:lnTo>
                  <a:pt x="694710" y="1131699"/>
                </a:lnTo>
                <a:lnTo>
                  <a:pt x="740272" y="1123363"/>
                </a:lnTo>
                <a:lnTo>
                  <a:pt x="785177" y="1111693"/>
                </a:lnTo>
                <a:lnTo>
                  <a:pt x="829205" y="1096689"/>
                </a:lnTo>
                <a:lnTo>
                  <a:pt x="872136" y="1078351"/>
                </a:lnTo>
                <a:lnTo>
                  <a:pt x="913752" y="1056679"/>
                </a:lnTo>
                <a:lnTo>
                  <a:pt x="953832" y="1031672"/>
                </a:lnTo>
                <a:lnTo>
                  <a:pt x="992159" y="1003332"/>
                </a:lnTo>
                <a:lnTo>
                  <a:pt x="1028511" y="971657"/>
                </a:lnTo>
                <a:lnTo>
                  <a:pt x="1062040" y="937314"/>
                </a:lnTo>
                <a:lnTo>
                  <a:pt x="1092039" y="901106"/>
                </a:lnTo>
                <a:lnTo>
                  <a:pt x="1118508" y="863241"/>
                </a:lnTo>
                <a:lnTo>
                  <a:pt x="1141449" y="823926"/>
                </a:lnTo>
                <a:lnTo>
                  <a:pt x="1160860" y="783368"/>
                </a:lnTo>
                <a:lnTo>
                  <a:pt x="1176742" y="741774"/>
                </a:lnTo>
                <a:lnTo>
                  <a:pt x="1189094" y="699351"/>
                </a:lnTo>
                <a:lnTo>
                  <a:pt x="1197917" y="656307"/>
                </a:lnTo>
                <a:lnTo>
                  <a:pt x="1203211" y="612849"/>
                </a:lnTo>
                <a:lnTo>
                  <a:pt x="1204976" y="569183"/>
                </a:lnTo>
                <a:lnTo>
                  <a:pt x="1203211" y="525518"/>
                </a:lnTo>
                <a:lnTo>
                  <a:pt x="1197917" y="482059"/>
                </a:lnTo>
                <a:lnTo>
                  <a:pt x="1189094" y="439015"/>
                </a:lnTo>
                <a:lnTo>
                  <a:pt x="1176742" y="396593"/>
                </a:lnTo>
                <a:lnTo>
                  <a:pt x="1160860" y="354999"/>
                </a:lnTo>
                <a:lnTo>
                  <a:pt x="1141449" y="314441"/>
                </a:lnTo>
                <a:lnTo>
                  <a:pt x="1118508" y="275126"/>
                </a:lnTo>
                <a:lnTo>
                  <a:pt x="1092039" y="237261"/>
                </a:lnTo>
                <a:lnTo>
                  <a:pt x="1062040" y="201053"/>
                </a:lnTo>
                <a:lnTo>
                  <a:pt x="1028511" y="166710"/>
                </a:lnTo>
                <a:lnTo>
                  <a:pt x="992159" y="135035"/>
                </a:lnTo>
                <a:lnTo>
                  <a:pt x="953832" y="106694"/>
                </a:lnTo>
                <a:lnTo>
                  <a:pt x="913752" y="81687"/>
                </a:lnTo>
                <a:lnTo>
                  <a:pt x="872136" y="60015"/>
                </a:lnTo>
                <a:lnTo>
                  <a:pt x="829205" y="41677"/>
                </a:lnTo>
                <a:lnTo>
                  <a:pt x="785177" y="26673"/>
                </a:lnTo>
                <a:lnTo>
                  <a:pt x="740272" y="15003"/>
                </a:lnTo>
                <a:lnTo>
                  <a:pt x="694710" y="6668"/>
                </a:lnTo>
                <a:lnTo>
                  <a:pt x="648709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482807" y="6784397"/>
            <a:ext cx="95496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26" dirty="0">
                <a:solidFill>
                  <a:srgbClr val="FFFFFF"/>
                </a:solidFill>
                <a:latin typeface="Calibri"/>
                <a:cs typeface="Calibri"/>
              </a:rPr>
              <a:t>4T57F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029386" y="6558716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396" y="0"/>
                </a:moveTo>
                <a:lnTo>
                  <a:pt x="556176" y="1674"/>
                </a:lnTo>
                <a:lnTo>
                  <a:pt x="510176" y="6683"/>
                </a:lnTo>
                <a:lnTo>
                  <a:pt x="464615" y="15026"/>
                </a:lnTo>
                <a:lnTo>
                  <a:pt x="419712" y="26703"/>
                </a:lnTo>
                <a:lnTo>
                  <a:pt x="375686" y="41714"/>
                </a:lnTo>
                <a:lnTo>
                  <a:pt x="332758" y="60059"/>
                </a:lnTo>
                <a:lnTo>
                  <a:pt x="291145" y="81738"/>
                </a:lnTo>
                <a:lnTo>
                  <a:pt x="251068" y="106751"/>
                </a:lnTo>
                <a:lnTo>
                  <a:pt x="212745" y="135098"/>
                </a:lnTo>
                <a:lnTo>
                  <a:pt x="176396" y="166778"/>
                </a:lnTo>
                <a:lnTo>
                  <a:pt x="142873" y="201127"/>
                </a:lnTo>
                <a:lnTo>
                  <a:pt x="112880" y="237340"/>
                </a:lnTo>
                <a:lnTo>
                  <a:pt x="86417" y="275209"/>
                </a:lnTo>
                <a:lnTo>
                  <a:pt x="63483" y="314528"/>
                </a:lnTo>
                <a:lnTo>
                  <a:pt x="44079" y="355089"/>
                </a:lnTo>
                <a:lnTo>
                  <a:pt x="28204" y="396685"/>
                </a:lnTo>
                <a:lnTo>
                  <a:pt x="15859" y="439110"/>
                </a:lnTo>
                <a:lnTo>
                  <a:pt x="7043" y="482156"/>
                </a:lnTo>
                <a:lnTo>
                  <a:pt x="1757" y="525615"/>
                </a:lnTo>
                <a:lnTo>
                  <a:pt x="0" y="569281"/>
                </a:lnTo>
                <a:lnTo>
                  <a:pt x="1772" y="612946"/>
                </a:lnTo>
                <a:lnTo>
                  <a:pt x="7073" y="656403"/>
                </a:lnTo>
                <a:lnTo>
                  <a:pt x="15904" y="699446"/>
                </a:lnTo>
                <a:lnTo>
                  <a:pt x="28263" y="741867"/>
                </a:lnTo>
                <a:lnTo>
                  <a:pt x="44152" y="783458"/>
                </a:lnTo>
                <a:lnTo>
                  <a:pt x="63570" y="824013"/>
                </a:lnTo>
                <a:lnTo>
                  <a:pt x="86517" y="863324"/>
                </a:lnTo>
                <a:lnTo>
                  <a:pt x="112993" y="901185"/>
                </a:lnTo>
                <a:lnTo>
                  <a:pt x="142998" y="937388"/>
                </a:lnTo>
                <a:lnTo>
                  <a:pt x="176532" y="971726"/>
                </a:lnTo>
                <a:lnTo>
                  <a:pt x="212890" y="1003395"/>
                </a:lnTo>
                <a:lnTo>
                  <a:pt x="251221" y="1031729"/>
                </a:lnTo>
                <a:lnTo>
                  <a:pt x="291306" y="1056729"/>
                </a:lnTo>
                <a:lnTo>
                  <a:pt x="332925" y="1078395"/>
                </a:lnTo>
                <a:lnTo>
                  <a:pt x="375859" y="1096726"/>
                </a:lnTo>
                <a:lnTo>
                  <a:pt x="419889" y="1111723"/>
                </a:lnTo>
                <a:lnTo>
                  <a:pt x="464796" y="1123385"/>
                </a:lnTo>
                <a:lnTo>
                  <a:pt x="510360" y="1131713"/>
                </a:lnTo>
                <a:lnTo>
                  <a:pt x="556362" y="1136707"/>
                </a:lnTo>
                <a:lnTo>
                  <a:pt x="602583" y="1138367"/>
                </a:lnTo>
                <a:lnTo>
                  <a:pt x="648804" y="1136692"/>
                </a:lnTo>
                <a:lnTo>
                  <a:pt x="694804" y="1131684"/>
                </a:lnTo>
                <a:lnTo>
                  <a:pt x="740365" y="1123341"/>
                </a:lnTo>
                <a:lnTo>
                  <a:pt x="785268" y="1111664"/>
                </a:lnTo>
                <a:lnTo>
                  <a:pt x="829293" y="1096653"/>
                </a:lnTo>
                <a:lnTo>
                  <a:pt x="872222" y="1078307"/>
                </a:lnTo>
                <a:lnTo>
                  <a:pt x="913834" y="1056628"/>
                </a:lnTo>
                <a:lnTo>
                  <a:pt x="953910" y="1031615"/>
                </a:lnTo>
                <a:lnTo>
                  <a:pt x="992232" y="1003268"/>
                </a:lnTo>
                <a:lnTo>
                  <a:pt x="1028579" y="971587"/>
                </a:lnTo>
                <a:lnTo>
                  <a:pt x="1062102" y="937239"/>
                </a:lnTo>
                <a:lnTo>
                  <a:pt x="1092095" y="901026"/>
                </a:lnTo>
                <a:lnTo>
                  <a:pt x="1118558" y="863157"/>
                </a:lnTo>
                <a:lnTo>
                  <a:pt x="1141492" y="823838"/>
                </a:lnTo>
                <a:lnTo>
                  <a:pt x="1160896" y="783277"/>
                </a:lnTo>
                <a:lnTo>
                  <a:pt x="1176771" y="741680"/>
                </a:lnTo>
                <a:lnTo>
                  <a:pt x="1189116" y="699256"/>
                </a:lnTo>
                <a:lnTo>
                  <a:pt x="1197932" y="656210"/>
                </a:lnTo>
                <a:lnTo>
                  <a:pt x="1203219" y="612751"/>
                </a:lnTo>
                <a:lnTo>
                  <a:pt x="1204976" y="569085"/>
                </a:lnTo>
                <a:lnTo>
                  <a:pt x="1203204" y="525420"/>
                </a:lnTo>
                <a:lnTo>
                  <a:pt x="1197902" y="481963"/>
                </a:lnTo>
                <a:lnTo>
                  <a:pt x="1189072" y="438920"/>
                </a:lnTo>
                <a:lnTo>
                  <a:pt x="1176712" y="396500"/>
                </a:lnTo>
                <a:lnTo>
                  <a:pt x="1160823" y="354908"/>
                </a:lnTo>
                <a:lnTo>
                  <a:pt x="1141405" y="314353"/>
                </a:lnTo>
                <a:lnTo>
                  <a:pt x="1118458" y="275042"/>
                </a:lnTo>
                <a:lnTo>
                  <a:pt x="1091982" y="237181"/>
                </a:lnTo>
                <a:lnTo>
                  <a:pt x="1061977" y="200978"/>
                </a:lnTo>
                <a:lnTo>
                  <a:pt x="1028443" y="166640"/>
                </a:lnTo>
                <a:lnTo>
                  <a:pt x="992085" y="134971"/>
                </a:lnTo>
                <a:lnTo>
                  <a:pt x="953755" y="106637"/>
                </a:lnTo>
                <a:lnTo>
                  <a:pt x="913670" y="81637"/>
                </a:lnTo>
                <a:lnTo>
                  <a:pt x="872051" y="59971"/>
                </a:lnTo>
                <a:lnTo>
                  <a:pt x="829118" y="41640"/>
                </a:lnTo>
                <a:lnTo>
                  <a:pt x="785088" y="26643"/>
                </a:lnTo>
                <a:lnTo>
                  <a:pt x="740182" y="14981"/>
                </a:lnTo>
                <a:lnTo>
                  <a:pt x="694618" y="6653"/>
                </a:lnTo>
                <a:lnTo>
                  <a:pt x="648616" y="1659"/>
                </a:lnTo>
                <a:lnTo>
                  <a:pt x="602396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236127" y="6786115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029388" y="3961114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4" y="15003"/>
                </a:lnTo>
                <a:lnTo>
                  <a:pt x="419799" y="26673"/>
                </a:lnTo>
                <a:lnTo>
                  <a:pt x="375772" y="41677"/>
                </a:lnTo>
                <a:lnTo>
                  <a:pt x="332841" y="60015"/>
                </a:lnTo>
                <a:lnTo>
                  <a:pt x="291226" y="81687"/>
                </a:lnTo>
                <a:lnTo>
                  <a:pt x="251146" y="106694"/>
                </a:lnTo>
                <a:lnTo>
                  <a:pt x="212820" y="135035"/>
                </a:lnTo>
                <a:lnTo>
                  <a:pt x="176468" y="166710"/>
                </a:lnTo>
                <a:lnTo>
                  <a:pt x="142939" y="201053"/>
                </a:lnTo>
                <a:lnTo>
                  <a:pt x="112939" y="237261"/>
                </a:lnTo>
                <a:lnTo>
                  <a:pt x="86469" y="275126"/>
                </a:lnTo>
                <a:lnTo>
                  <a:pt x="63528" y="314441"/>
                </a:lnTo>
                <a:lnTo>
                  <a:pt x="44117" y="354999"/>
                </a:lnTo>
                <a:lnTo>
                  <a:pt x="28234" y="396593"/>
                </a:lnTo>
                <a:lnTo>
                  <a:pt x="15882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2" y="699351"/>
                </a:lnTo>
                <a:lnTo>
                  <a:pt x="28234" y="741774"/>
                </a:lnTo>
                <a:lnTo>
                  <a:pt x="44117" y="783368"/>
                </a:lnTo>
                <a:lnTo>
                  <a:pt x="63528" y="823926"/>
                </a:lnTo>
                <a:lnTo>
                  <a:pt x="86469" y="863241"/>
                </a:lnTo>
                <a:lnTo>
                  <a:pt x="112939" y="901106"/>
                </a:lnTo>
                <a:lnTo>
                  <a:pt x="142939" y="937314"/>
                </a:lnTo>
                <a:lnTo>
                  <a:pt x="176468" y="971657"/>
                </a:lnTo>
                <a:lnTo>
                  <a:pt x="212820" y="1003332"/>
                </a:lnTo>
                <a:lnTo>
                  <a:pt x="251146" y="1031672"/>
                </a:lnTo>
                <a:lnTo>
                  <a:pt x="291226" y="1056679"/>
                </a:lnTo>
                <a:lnTo>
                  <a:pt x="332841" y="1078351"/>
                </a:lnTo>
                <a:lnTo>
                  <a:pt x="375772" y="1096689"/>
                </a:lnTo>
                <a:lnTo>
                  <a:pt x="419799" y="1111693"/>
                </a:lnTo>
                <a:lnTo>
                  <a:pt x="464704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10" y="1131699"/>
                </a:lnTo>
                <a:lnTo>
                  <a:pt x="740273" y="1123363"/>
                </a:lnTo>
                <a:lnTo>
                  <a:pt x="785178" y="1111693"/>
                </a:lnTo>
                <a:lnTo>
                  <a:pt x="829206" y="1096689"/>
                </a:lnTo>
                <a:lnTo>
                  <a:pt x="872137" y="1078351"/>
                </a:lnTo>
                <a:lnTo>
                  <a:pt x="913754" y="1056679"/>
                </a:lnTo>
                <a:lnTo>
                  <a:pt x="953835" y="1031672"/>
                </a:lnTo>
                <a:lnTo>
                  <a:pt x="992162" y="1003332"/>
                </a:lnTo>
                <a:lnTo>
                  <a:pt x="1028515" y="971657"/>
                </a:lnTo>
                <a:lnTo>
                  <a:pt x="1062043" y="937314"/>
                </a:lnTo>
                <a:lnTo>
                  <a:pt x="1092041" y="901106"/>
                </a:lnTo>
                <a:lnTo>
                  <a:pt x="1118510" y="863241"/>
                </a:lnTo>
                <a:lnTo>
                  <a:pt x="1141450" y="823926"/>
                </a:lnTo>
                <a:lnTo>
                  <a:pt x="1160861" y="783368"/>
                </a:lnTo>
                <a:lnTo>
                  <a:pt x="1176742" y="741774"/>
                </a:lnTo>
                <a:lnTo>
                  <a:pt x="1189094" y="699351"/>
                </a:lnTo>
                <a:lnTo>
                  <a:pt x="1197917" y="656307"/>
                </a:lnTo>
                <a:lnTo>
                  <a:pt x="1203211" y="612849"/>
                </a:lnTo>
                <a:lnTo>
                  <a:pt x="1204976" y="569183"/>
                </a:lnTo>
                <a:lnTo>
                  <a:pt x="1203211" y="525518"/>
                </a:lnTo>
                <a:lnTo>
                  <a:pt x="1197917" y="482059"/>
                </a:lnTo>
                <a:lnTo>
                  <a:pt x="1189094" y="439015"/>
                </a:lnTo>
                <a:lnTo>
                  <a:pt x="1176742" y="396593"/>
                </a:lnTo>
                <a:lnTo>
                  <a:pt x="1160861" y="354999"/>
                </a:lnTo>
                <a:lnTo>
                  <a:pt x="1141450" y="314441"/>
                </a:lnTo>
                <a:lnTo>
                  <a:pt x="1118510" y="275126"/>
                </a:lnTo>
                <a:lnTo>
                  <a:pt x="1092041" y="237261"/>
                </a:lnTo>
                <a:lnTo>
                  <a:pt x="1062043" y="201053"/>
                </a:lnTo>
                <a:lnTo>
                  <a:pt x="1028515" y="166710"/>
                </a:lnTo>
                <a:lnTo>
                  <a:pt x="992162" y="135035"/>
                </a:lnTo>
                <a:lnTo>
                  <a:pt x="953835" y="106694"/>
                </a:lnTo>
                <a:lnTo>
                  <a:pt x="913754" y="81687"/>
                </a:lnTo>
                <a:lnTo>
                  <a:pt x="872137" y="60015"/>
                </a:lnTo>
                <a:lnTo>
                  <a:pt x="829206" y="41677"/>
                </a:lnTo>
                <a:lnTo>
                  <a:pt x="785178" y="26673"/>
                </a:lnTo>
                <a:lnTo>
                  <a:pt x="740273" y="15003"/>
                </a:lnTo>
                <a:lnTo>
                  <a:pt x="694710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268682" y="4189126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12T7R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229295" y="3961114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8" y="1667"/>
                </a:lnTo>
                <a:lnTo>
                  <a:pt x="510266" y="6668"/>
                </a:lnTo>
                <a:lnTo>
                  <a:pt x="464704" y="15003"/>
                </a:lnTo>
                <a:lnTo>
                  <a:pt x="419799" y="26673"/>
                </a:lnTo>
                <a:lnTo>
                  <a:pt x="375771" y="41677"/>
                </a:lnTo>
                <a:lnTo>
                  <a:pt x="332840" y="60015"/>
                </a:lnTo>
                <a:lnTo>
                  <a:pt x="291224" y="81687"/>
                </a:lnTo>
                <a:lnTo>
                  <a:pt x="251143" y="106694"/>
                </a:lnTo>
                <a:lnTo>
                  <a:pt x="212817" y="135035"/>
                </a:lnTo>
                <a:lnTo>
                  <a:pt x="176464" y="166710"/>
                </a:lnTo>
                <a:lnTo>
                  <a:pt x="142936" y="201053"/>
                </a:lnTo>
                <a:lnTo>
                  <a:pt x="112937" y="237261"/>
                </a:lnTo>
                <a:lnTo>
                  <a:pt x="86467" y="275126"/>
                </a:lnTo>
                <a:lnTo>
                  <a:pt x="63527" y="314441"/>
                </a:lnTo>
                <a:lnTo>
                  <a:pt x="44116" y="354999"/>
                </a:lnTo>
                <a:lnTo>
                  <a:pt x="28234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4"/>
                </a:lnTo>
                <a:lnTo>
                  <a:pt x="44116" y="783368"/>
                </a:lnTo>
                <a:lnTo>
                  <a:pt x="63527" y="823926"/>
                </a:lnTo>
                <a:lnTo>
                  <a:pt x="86467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4" y="971657"/>
                </a:lnTo>
                <a:lnTo>
                  <a:pt x="212817" y="1003332"/>
                </a:lnTo>
                <a:lnTo>
                  <a:pt x="251143" y="1031672"/>
                </a:lnTo>
                <a:lnTo>
                  <a:pt x="291224" y="1056679"/>
                </a:lnTo>
                <a:lnTo>
                  <a:pt x="332840" y="1078351"/>
                </a:lnTo>
                <a:lnTo>
                  <a:pt x="375771" y="1096689"/>
                </a:lnTo>
                <a:lnTo>
                  <a:pt x="419799" y="1111693"/>
                </a:lnTo>
                <a:lnTo>
                  <a:pt x="464704" y="1123363"/>
                </a:lnTo>
                <a:lnTo>
                  <a:pt x="510266" y="1131699"/>
                </a:lnTo>
                <a:lnTo>
                  <a:pt x="556268" y="1136700"/>
                </a:lnTo>
                <a:lnTo>
                  <a:pt x="602488" y="1138367"/>
                </a:lnTo>
                <a:lnTo>
                  <a:pt x="648709" y="1136700"/>
                </a:lnTo>
                <a:lnTo>
                  <a:pt x="694710" y="1131699"/>
                </a:lnTo>
                <a:lnTo>
                  <a:pt x="740272" y="1123363"/>
                </a:lnTo>
                <a:lnTo>
                  <a:pt x="785177" y="1111693"/>
                </a:lnTo>
                <a:lnTo>
                  <a:pt x="829205" y="1096689"/>
                </a:lnTo>
                <a:lnTo>
                  <a:pt x="872136" y="1078351"/>
                </a:lnTo>
                <a:lnTo>
                  <a:pt x="913752" y="1056679"/>
                </a:lnTo>
                <a:lnTo>
                  <a:pt x="953832" y="1031672"/>
                </a:lnTo>
                <a:lnTo>
                  <a:pt x="992159" y="1003332"/>
                </a:lnTo>
                <a:lnTo>
                  <a:pt x="1028511" y="971657"/>
                </a:lnTo>
                <a:lnTo>
                  <a:pt x="1062040" y="937314"/>
                </a:lnTo>
                <a:lnTo>
                  <a:pt x="1092039" y="901106"/>
                </a:lnTo>
                <a:lnTo>
                  <a:pt x="1118508" y="863241"/>
                </a:lnTo>
                <a:lnTo>
                  <a:pt x="1141449" y="823926"/>
                </a:lnTo>
                <a:lnTo>
                  <a:pt x="1160860" y="783368"/>
                </a:lnTo>
                <a:lnTo>
                  <a:pt x="1176742" y="741774"/>
                </a:lnTo>
                <a:lnTo>
                  <a:pt x="1189094" y="699351"/>
                </a:lnTo>
                <a:lnTo>
                  <a:pt x="1197917" y="656307"/>
                </a:lnTo>
                <a:lnTo>
                  <a:pt x="1203211" y="612849"/>
                </a:lnTo>
                <a:lnTo>
                  <a:pt x="1204976" y="569183"/>
                </a:lnTo>
                <a:lnTo>
                  <a:pt x="1203211" y="525518"/>
                </a:lnTo>
                <a:lnTo>
                  <a:pt x="1197917" y="482059"/>
                </a:lnTo>
                <a:lnTo>
                  <a:pt x="1189094" y="439015"/>
                </a:lnTo>
                <a:lnTo>
                  <a:pt x="1176742" y="396593"/>
                </a:lnTo>
                <a:lnTo>
                  <a:pt x="1160860" y="354999"/>
                </a:lnTo>
                <a:lnTo>
                  <a:pt x="1141449" y="314441"/>
                </a:lnTo>
                <a:lnTo>
                  <a:pt x="1118508" y="275126"/>
                </a:lnTo>
                <a:lnTo>
                  <a:pt x="1092039" y="237261"/>
                </a:lnTo>
                <a:lnTo>
                  <a:pt x="1062040" y="201053"/>
                </a:lnTo>
                <a:lnTo>
                  <a:pt x="1028511" y="166710"/>
                </a:lnTo>
                <a:lnTo>
                  <a:pt x="992159" y="135035"/>
                </a:lnTo>
                <a:lnTo>
                  <a:pt x="953832" y="106694"/>
                </a:lnTo>
                <a:lnTo>
                  <a:pt x="913752" y="81687"/>
                </a:lnTo>
                <a:lnTo>
                  <a:pt x="872136" y="60015"/>
                </a:lnTo>
                <a:lnTo>
                  <a:pt x="829205" y="41677"/>
                </a:lnTo>
                <a:lnTo>
                  <a:pt x="785177" y="26673"/>
                </a:lnTo>
                <a:lnTo>
                  <a:pt x="740272" y="15003"/>
                </a:lnTo>
                <a:lnTo>
                  <a:pt x="694710" y="6668"/>
                </a:lnTo>
                <a:lnTo>
                  <a:pt x="648709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468333" y="4189126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Z657B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630568" y="5360529"/>
            <a:ext cx="259534" cy="1148263"/>
            <a:chOff x="11238202" y="4419954"/>
            <a:chExt cx="213995" cy="946785"/>
          </a:xfrm>
        </p:grpSpPr>
        <p:sp>
          <p:nvSpPr>
            <p:cNvPr id="27" name="object 27"/>
            <p:cNvSpPr/>
            <p:nvPr/>
          </p:nvSpPr>
          <p:spPr>
            <a:xfrm>
              <a:off x="11344768" y="4446131"/>
              <a:ext cx="6985" cy="733425"/>
            </a:xfrm>
            <a:custGeom>
              <a:avLst/>
              <a:gdLst/>
              <a:ahLst/>
              <a:cxnLst/>
              <a:rect l="l" t="t" r="r" b="b"/>
              <a:pathLst>
                <a:path w="6984" h="733425">
                  <a:moveTo>
                    <a:pt x="6362" y="0"/>
                  </a:moveTo>
                  <a:lnTo>
                    <a:pt x="227" y="706723"/>
                  </a:lnTo>
                  <a:lnTo>
                    <a:pt x="0" y="73289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238202" y="5151928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39" y="214525"/>
                  </a:lnTo>
                  <a:lnTo>
                    <a:pt x="213595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0830468" y="5360529"/>
            <a:ext cx="259534" cy="1148263"/>
            <a:chOff x="8929416" y="4419954"/>
            <a:chExt cx="213995" cy="946785"/>
          </a:xfrm>
        </p:grpSpPr>
        <p:sp>
          <p:nvSpPr>
            <p:cNvPr id="30" name="object 30"/>
            <p:cNvSpPr/>
            <p:nvPr/>
          </p:nvSpPr>
          <p:spPr>
            <a:xfrm>
              <a:off x="9035987" y="4446131"/>
              <a:ext cx="6985" cy="733425"/>
            </a:xfrm>
            <a:custGeom>
              <a:avLst/>
              <a:gdLst/>
              <a:ahLst/>
              <a:cxnLst/>
              <a:rect l="l" t="t" r="r" b="b"/>
              <a:pathLst>
                <a:path w="6984" h="733425">
                  <a:moveTo>
                    <a:pt x="6362" y="0"/>
                  </a:moveTo>
                  <a:lnTo>
                    <a:pt x="227" y="706723"/>
                  </a:lnTo>
                  <a:lnTo>
                    <a:pt x="0" y="732899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929416" y="5151928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5" h="214629">
                  <a:moveTo>
                    <a:pt x="0" y="0"/>
                  </a:moveTo>
                  <a:lnTo>
                    <a:pt x="104944" y="214525"/>
                  </a:lnTo>
                  <a:lnTo>
                    <a:pt x="213597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071026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7604769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70932"/>
            <a:ext cx="19637644" cy="3094097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45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r>
              <a:rPr sz="4800" spc="-15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-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0" dirty="0">
                <a:solidFill>
                  <a:srgbClr val="838787"/>
                </a:solidFill>
                <a:latin typeface="Arial"/>
                <a:cs typeface="Arial"/>
              </a:rPr>
              <a:t>Rebasing</a:t>
            </a:r>
            <a:endParaRPr lang="en-US"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branch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42" dirty="0">
                <a:solidFill>
                  <a:srgbClr val="838787"/>
                </a:solidFill>
                <a:latin typeface="Arial"/>
                <a:cs typeface="Arial"/>
              </a:rPr>
              <a:t>(pasta*)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0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18" dirty="0">
                <a:solidFill>
                  <a:srgbClr val="838787"/>
                </a:solidFill>
                <a:latin typeface="Arial"/>
                <a:cs typeface="Arial"/>
              </a:rPr>
              <a:t>Vi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55" dirty="0">
                <a:solidFill>
                  <a:srgbClr val="838787"/>
                </a:solidFill>
                <a:latin typeface="Arial"/>
                <a:cs typeface="Arial"/>
              </a:rPr>
              <a:t>kan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merga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(utan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15" dirty="0">
                <a:solidFill>
                  <a:srgbClr val="838787"/>
                </a:solidFill>
                <a:latin typeface="Arial"/>
                <a:cs typeface="Arial"/>
              </a:rPr>
              <a:t>konflikter),</a:t>
            </a:r>
            <a:r>
              <a:rPr sz="4800" spc="-27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8" dirty="0">
                <a:solidFill>
                  <a:srgbClr val="838787"/>
                </a:solidFill>
                <a:latin typeface="Arial"/>
                <a:cs typeface="Arial"/>
              </a:rPr>
              <a:t>men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istället…</a:t>
            </a:r>
            <a:endParaRPr sz="48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394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61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42" dirty="0">
                <a:solidFill>
                  <a:srgbClr val="838787"/>
                </a:solidFill>
                <a:latin typeface="Arial"/>
                <a:cs typeface="Arial"/>
              </a:rPr>
              <a:t>rebase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196" y="9204557"/>
            <a:ext cx="16229645" cy="1568038"/>
          </a:xfrm>
          <a:prstGeom prst="rect">
            <a:avLst/>
          </a:prstGeom>
        </p:spPr>
        <p:txBody>
          <a:bodyPr vert="horz" wrap="square" lIns="0" tIns="16173" rIns="0" bIns="0" rtlCol="0" anchor="t">
            <a:spAutoFit/>
          </a:bodyPr>
          <a:lstStyle/>
          <a:p>
            <a:pPr marL="15240">
              <a:spcBef>
                <a:spcPts val="127"/>
              </a:spcBef>
            </a:pPr>
            <a:endParaRPr lang="en-US" sz="7500" spc="-154" baseline="-4016" dirty="0">
              <a:solidFill>
                <a:srgbClr val="34A5DA"/>
              </a:solidFill>
              <a:latin typeface="Lucida Sans Unicode"/>
              <a:cs typeface="Lucida Sans Unicode"/>
            </a:endParaRPr>
          </a:p>
          <a:p>
            <a:pPr marL="15240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lang="en-US" sz="7500" spc="1100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 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6" dirty="0" err="1">
                <a:solidFill>
                  <a:srgbClr val="838787"/>
                </a:solidFill>
                <a:latin typeface="Arial"/>
                <a:cs typeface="Arial"/>
              </a:rPr>
              <a:t>byter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8" dirty="0" err="1">
                <a:solidFill>
                  <a:srgbClr val="838787"/>
                </a:solidFill>
                <a:latin typeface="Arial"/>
                <a:cs typeface="Arial"/>
              </a:rPr>
              <a:t>ut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64" dirty="0">
                <a:solidFill>
                  <a:srgbClr val="838787"/>
                </a:solidFill>
                <a:latin typeface="Arial"/>
                <a:cs typeface="Arial"/>
              </a:rPr>
              <a:t>”basen”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2" dirty="0">
                <a:solidFill>
                  <a:srgbClr val="838787"/>
                </a:solidFill>
                <a:latin typeface="Arial"/>
                <a:cs typeface="Arial"/>
              </a:rPr>
              <a:t>för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42" dirty="0">
                <a:solidFill>
                  <a:srgbClr val="838787"/>
                </a:solidFill>
                <a:latin typeface="Arial"/>
                <a:cs typeface="Arial"/>
              </a:rPr>
              <a:t>pasta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73" dirty="0">
                <a:solidFill>
                  <a:srgbClr val="838787"/>
                </a:solidFill>
                <a:latin typeface="Arial"/>
                <a:cs typeface="Arial"/>
              </a:rPr>
              <a:t>från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46" dirty="0">
                <a:solidFill>
                  <a:srgbClr val="838787"/>
                </a:solidFill>
                <a:latin typeface="Arial"/>
                <a:cs typeface="Arial"/>
              </a:rPr>
              <a:t>3G39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till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lang="en-US" sz="4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15358" y="7558772"/>
            <a:ext cx="1165976" cy="1101285"/>
          </a:xfrm>
          <a:custGeom>
            <a:avLst/>
            <a:gdLst/>
            <a:ahLst/>
            <a:cxnLst/>
            <a:rect l="l" t="t" r="r" b="b"/>
            <a:pathLst>
              <a:path w="961390" h="908050">
                <a:moveTo>
                  <a:pt x="480529" y="0"/>
                </a:moveTo>
                <a:lnTo>
                  <a:pt x="434470" y="2077"/>
                </a:lnTo>
                <a:lnTo>
                  <a:pt x="388751" y="8310"/>
                </a:lnTo>
                <a:lnTo>
                  <a:pt x="343716" y="18698"/>
                </a:lnTo>
                <a:lnTo>
                  <a:pt x="299706" y="33241"/>
                </a:lnTo>
                <a:lnTo>
                  <a:pt x="257062" y="51939"/>
                </a:lnTo>
                <a:lnTo>
                  <a:pt x="216126" y="74792"/>
                </a:lnTo>
                <a:lnTo>
                  <a:pt x="177239" y="101800"/>
                </a:lnTo>
                <a:lnTo>
                  <a:pt x="140744" y="132964"/>
                </a:lnTo>
                <a:lnTo>
                  <a:pt x="107757" y="167442"/>
                </a:lnTo>
                <a:lnTo>
                  <a:pt x="79168" y="204179"/>
                </a:lnTo>
                <a:lnTo>
                  <a:pt x="54978" y="242852"/>
                </a:lnTo>
                <a:lnTo>
                  <a:pt x="35186" y="283139"/>
                </a:lnTo>
                <a:lnTo>
                  <a:pt x="19792" y="324717"/>
                </a:lnTo>
                <a:lnTo>
                  <a:pt x="8796" y="367263"/>
                </a:lnTo>
                <a:lnTo>
                  <a:pt x="2199" y="410454"/>
                </a:lnTo>
                <a:lnTo>
                  <a:pt x="0" y="453968"/>
                </a:lnTo>
                <a:lnTo>
                  <a:pt x="2199" y="497482"/>
                </a:lnTo>
                <a:lnTo>
                  <a:pt x="8796" y="540673"/>
                </a:lnTo>
                <a:lnTo>
                  <a:pt x="19792" y="583218"/>
                </a:lnTo>
                <a:lnTo>
                  <a:pt x="35186" y="624796"/>
                </a:lnTo>
                <a:lnTo>
                  <a:pt x="54978" y="665083"/>
                </a:lnTo>
                <a:lnTo>
                  <a:pt x="79168" y="703756"/>
                </a:lnTo>
                <a:lnTo>
                  <a:pt x="107757" y="740493"/>
                </a:lnTo>
                <a:lnTo>
                  <a:pt x="140744" y="774971"/>
                </a:lnTo>
                <a:lnTo>
                  <a:pt x="177239" y="806135"/>
                </a:lnTo>
                <a:lnTo>
                  <a:pt x="216126" y="833143"/>
                </a:lnTo>
                <a:lnTo>
                  <a:pt x="257062" y="855997"/>
                </a:lnTo>
                <a:lnTo>
                  <a:pt x="299706" y="874695"/>
                </a:lnTo>
                <a:lnTo>
                  <a:pt x="343716" y="889238"/>
                </a:lnTo>
                <a:lnTo>
                  <a:pt x="388751" y="899625"/>
                </a:lnTo>
                <a:lnTo>
                  <a:pt x="434470" y="905858"/>
                </a:lnTo>
                <a:lnTo>
                  <a:pt x="480529" y="907936"/>
                </a:lnTo>
                <a:lnTo>
                  <a:pt x="526589" y="905858"/>
                </a:lnTo>
                <a:lnTo>
                  <a:pt x="572307" y="899625"/>
                </a:lnTo>
                <a:lnTo>
                  <a:pt x="617342" y="889238"/>
                </a:lnTo>
                <a:lnTo>
                  <a:pt x="661353" y="874695"/>
                </a:lnTo>
                <a:lnTo>
                  <a:pt x="703997" y="855997"/>
                </a:lnTo>
                <a:lnTo>
                  <a:pt x="744933" y="833143"/>
                </a:lnTo>
                <a:lnTo>
                  <a:pt x="783819" y="806135"/>
                </a:lnTo>
                <a:lnTo>
                  <a:pt x="820315" y="774971"/>
                </a:lnTo>
                <a:lnTo>
                  <a:pt x="853302" y="740493"/>
                </a:lnTo>
                <a:lnTo>
                  <a:pt x="881891" y="703756"/>
                </a:lnTo>
                <a:lnTo>
                  <a:pt x="906081" y="665083"/>
                </a:lnTo>
                <a:lnTo>
                  <a:pt x="925873" y="624796"/>
                </a:lnTo>
                <a:lnTo>
                  <a:pt x="941267" y="583218"/>
                </a:lnTo>
                <a:lnTo>
                  <a:pt x="952263" y="540673"/>
                </a:lnTo>
                <a:lnTo>
                  <a:pt x="958860" y="497482"/>
                </a:lnTo>
                <a:lnTo>
                  <a:pt x="961059" y="453968"/>
                </a:lnTo>
                <a:lnTo>
                  <a:pt x="958860" y="410454"/>
                </a:lnTo>
                <a:lnTo>
                  <a:pt x="952263" y="367263"/>
                </a:lnTo>
                <a:lnTo>
                  <a:pt x="941267" y="324717"/>
                </a:lnTo>
                <a:lnTo>
                  <a:pt x="925873" y="283139"/>
                </a:lnTo>
                <a:lnTo>
                  <a:pt x="906081" y="242852"/>
                </a:lnTo>
                <a:lnTo>
                  <a:pt x="881891" y="204179"/>
                </a:lnTo>
                <a:lnTo>
                  <a:pt x="853302" y="167442"/>
                </a:lnTo>
                <a:lnTo>
                  <a:pt x="820315" y="132964"/>
                </a:lnTo>
                <a:lnTo>
                  <a:pt x="783819" y="101800"/>
                </a:lnTo>
                <a:lnTo>
                  <a:pt x="744933" y="74792"/>
                </a:lnTo>
                <a:lnTo>
                  <a:pt x="703997" y="51939"/>
                </a:lnTo>
                <a:lnTo>
                  <a:pt x="661353" y="33241"/>
                </a:lnTo>
                <a:lnTo>
                  <a:pt x="617342" y="18698"/>
                </a:lnTo>
                <a:lnTo>
                  <a:pt x="572307" y="8310"/>
                </a:lnTo>
                <a:lnTo>
                  <a:pt x="526589" y="2077"/>
                </a:lnTo>
                <a:lnTo>
                  <a:pt x="480529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391083" y="7639157"/>
            <a:ext cx="814797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17" dirty="0">
                <a:solidFill>
                  <a:srgbClr val="FFFFFF"/>
                </a:solidFill>
                <a:latin typeface="Calibri"/>
                <a:cs typeface="Calibri"/>
              </a:rPr>
              <a:t>3G39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215358" y="9597638"/>
            <a:ext cx="1165976" cy="1101285"/>
          </a:xfrm>
          <a:custGeom>
            <a:avLst/>
            <a:gdLst/>
            <a:ahLst/>
            <a:cxnLst/>
            <a:rect l="l" t="t" r="r" b="b"/>
            <a:pathLst>
              <a:path w="961390" h="908050">
                <a:moveTo>
                  <a:pt x="480529" y="0"/>
                </a:moveTo>
                <a:lnTo>
                  <a:pt x="434470" y="2077"/>
                </a:lnTo>
                <a:lnTo>
                  <a:pt x="388751" y="8310"/>
                </a:lnTo>
                <a:lnTo>
                  <a:pt x="343716" y="18698"/>
                </a:lnTo>
                <a:lnTo>
                  <a:pt x="299706" y="33241"/>
                </a:lnTo>
                <a:lnTo>
                  <a:pt x="257062" y="51939"/>
                </a:lnTo>
                <a:lnTo>
                  <a:pt x="216126" y="74792"/>
                </a:lnTo>
                <a:lnTo>
                  <a:pt x="177239" y="101800"/>
                </a:lnTo>
                <a:lnTo>
                  <a:pt x="140744" y="132964"/>
                </a:lnTo>
                <a:lnTo>
                  <a:pt x="107757" y="167442"/>
                </a:lnTo>
                <a:lnTo>
                  <a:pt x="79168" y="204179"/>
                </a:lnTo>
                <a:lnTo>
                  <a:pt x="54978" y="242852"/>
                </a:lnTo>
                <a:lnTo>
                  <a:pt x="35186" y="283139"/>
                </a:lnTo>
                <a:lnTo>
                  <a:pt x="19792" y="324717"/>
                </a:lnTo>
                <a:lnTo>
                  <a:pt x="8796" y="367263"/>
                </a:lnTo>
                <a:lnTo>
                  <a:pt x="2199" y="410454"/>
                </a:lnTo>
                <a:lnTo>
                  <a:pt x="0" y="453968"/>
                </a:lnTo>
                <a:lnTo>
                  <a:pt x="2199" y="497482"/>
                </a:lnTo>
                <a:lnTo>
                  <a:pt x="8796" y="540673"/>
                </a:lnTo>
                <a:lnTo>
                  <a:pt x="19792" y="583218"/>
                </a:lnTo>
                <a:lnTo>
                  <a:pt x="35186" y="624796"/>
                </a:lnTo>
                <a:lnTo>
                  <a:pt x="54978" y="665083"/>
                </a:lnTo>
                <a:lnTo>
                  <a:pt x="79168" y="703756"/>
                </a:lnTo>
                <a:lnTo>
                  <a:pt x="107757" y="740493"/>
                </a:lnTo>
                <a:lnTo>
                  <a:pt x="140744" y="774971"/>
                </a:lnTo>
                <a:lnTo>
                  <a:pt x="177239" y="806135"/>
                </a:lnTo>
                <a:lnTo>
                  <a:pt x="216126" y="833143"/>
                </a:lnTo>
                <a:lnTo>
                  <a:pt x="257062" y="855997"/>
                </a:lnTo>
                <a:lnTo>
                  <a:pt x="299706" y="874695"/>
                </a:lnTo>
                <a:lnTo>
                  <a:pt x="343716" y="889238"/>
                </a:lnTo>
                <a:lnTo>
                  <a:pt x="388751" y="899625"/>
                </a:lnTo>
                <a:lnTo>
                  <a:pt x="434470" y="905858"/>
                </a:lnTo>
                <a:lnTo>
                  <a:pt x="480529" y="907936"/>
                </a:lnTo>
                <a:lnTo>
                  <a:pt x="526589" y="905858"/>
                </a:lnTo>
                <a:lnTo>
                  <a:pt x="572307" y="899625"/>
                </a:lnTo>
                <a:lnTo>
                  <a:pt x="617342" y="889238"/>
                </a:lnTo>
                <a:lnTo>
                  <a:pt x="661353" y="874695"/>
                </a:lnTo>
                <a:lnTo>
                  <a:pt x="703997" y="855997"/>
                </a:lnTo>
                <a:lnTo>
                  <a:pt x="744933" y="833143"/>
                </a:lnTo>
                <a:lnTo>
                  <a:pt x="783819" y="806135"/>
                </a:lnTo>
                <a:lnTo>
                  <a:pt x="820315" y="774971"/>
                </a:lnTo>
                <a:lnTo>
                  <a:pt x="853302" y="740493"/>
                </a:lnTo>
                <a:lnTo>
                  <a:pt x="881891" y="703756"/>
                </a:lnTo>
                <a:lnTo>
                  <a:pt x="906081" y="665083"/>
                </a:lnTo>
                <a:lnTo>
                  <a:pt x="925873" y="624796"/>
                </a:lnTo>
                <a:lnTo>
                  <a:pt x="941267" y="583218"/>
                </a:lnTo>
                <a:lnTo>
                  <a:pt x="952263" y="540673"/>
                </a:lnTo>
                <a:lnTo>
                  <a:pt x="958860" y="497482"/>
                </a:lnTo>
                <a:lnTo>
                  <a:pt x="961059" y="453968"/>
                </a:lnTo>
                <a:lnTo>
                  <a:pt x="958860" y="410454"/>
                </a:lnTo>
                <a:lnTo>
                  <a:pt x="952263" y="367263"/>
                </a:lnTo>
                <a:lnTo>
                  <a:pt x="941267" y="324717"/>
                </a:lnTo>
                <a:lnTo>
                  <a:pt x="925873" y="283139"/>
                </a:lnTo>
                <a:lnTo>
                  <a:pt x="906081" y="242852"/>
                </a:lnTo>
                <a:lnTo>
                  <a:pt x="881891" y="204179"/>
                </a:lnTo>
                <a:lnTo>
                  <a:pt x="853302" y="167442"/>
                </a:lnTo>
                <a:lnTo>
                  <a:pt x="820315" y="132964"/>
                </a:lnTo>
                <a:lnTo>
                  <a:pt x="783819" y="101800"/>
                </a:lnTo>
                <a:lnTo>
                  <a:pt x="744933" y="74792"/>
                </a:lnTo>
                <a:lnTo>
                  <a:pt x="703997" y="51939"/>
                </a:lnTo>
                <a:lnTo>
                  <a:pt x="661353" y="33241"/>
                </a:lnTo>
                <a:lnTo>
                  <a:pt x="617342" y="18698"/>
                </a:lnTo>
                <a:lnTo>
                  <a:pt x="572307" y="8310"/>
                </a:lnTo>
                <a:lnTo>
                  <a:pt x="526589" y="2077"/>
                </a:lnTo>
                <a:lnTo>
                  <a:pt x="480529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414956" y="9679015"/>
            <a:ext cx="767049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4T57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185209" y="3727140"/>
            <a:ext cx="629966" cy="629966"/>
          </a:xfrm>
          <a:custGeom>
            <a:avLst/>
            <a:gdLst/>
            <a:ahLst/>
            <a:cxnLst/>
            <a:rect l="l" t="t" r="r" b="b"/>
            <a:pathLst>
              <a:path w="519430" h="519429">
                <a:moveTo>
                  <a:pt x="186863" y="0"/>
                </a:moveTo>
                <a:lnTo>
                  <a:pt x="186863" y="176478"/>
                </a:lnTo>
                <a:lnTo>
                  <a:pt x="0" y="176478"/>
                </a:lnTo>
                <a:lnTo>
                  <a:pt x="0" y="342577"/>
                </a:lnTo>
                <a:lnTo>
                  <a:pt x="186863" y="342577"/>
                </a:lnTo>
                <a:lnTo>
                  <a:pt x="186863" y="519055"/>
                </a:lnTo>
                <a:lnTo>
                  <a:pt x="519052" y="259527"/>
                </a:lnTo>
                <a:lnTo>
                  <a:pt x="186863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79360" y="3727140"/>
            <a:ext cx="629966" cy="629966"/>
          </a:xfrm>
          <a:custGeom>
            <a:avLst/>
            <a:gdLst/>
            <a:ahLst/>
            <a:cxnLst/>
            <a:rect l="l" t="t" r="r" b="b"/>
            <a:pathLst>
              <a:path w="519430" h="519429">
                <a:moveTo>
                  <a:pt x="332188" y="0"/>
                </a:moveTo>
                <a:lnTo>
                  <a:pt x="0" y="259527"/>
                </a:lnTo>
                <a:lnTo>
                  <a:pt x="332188" y="519055"/>
                </a:lnTo>
                <a:lnTo>
                  <a:pt x="332188" y="342577"/>
                </a:lnTo>
                <a:lnTo>
                  <a:pt x="519052" y="342577"/>
                </a:lnTo>
                <a:lnTo>
                  <a:pt x="519052" y="176478"/>
                </a:lnTo>
                <a:lnTo>
                  <a:pt x="332188" y="176478"/>
                </a:lnTo>
                <a:lnTo>
                  <a:pt x="332188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7863155" y="6879055"/>
            <a:ext cx="1843689" cy="2695452"/>
            <a:chOff x="14728127" y="5672036"/>
            <a:chExt cx="1520190" cy="2222500"/>
          </a:xfrm>
        </p:grpSpPr>
        <p:sp>
          <p:nvSpPr>
            <p:cNvPr id="12" name="object 12"/>
            <p:cNvSpPr/>
            <p:nvPr/>
          </p:nvSpPr>
          <p:spPr>
            <a:xfrm>
              <a:off x="15500259" y="7160024"/>
              <a:ext cx="5080" cy="546735"/>
            </a:xfrm>
            <a:custGeom>
              <a:avLst/>
              <a:gdLst/>
              <a:ahLst/>
              <a:cxnLst/>
              <a:rect l="l" t="t" r="r" b="b"/>
              <a:pathLst>
                <a:path w="5080" h="546734">
                  <a:moveTo>
                    <a:pt x="4745" y="0"/>
                  </a:moveTo>
                  <a:lnTo>
                    <a:pt x="227" y="520429"/>
                  </a:lnTo>
                  <a:lnTo>
                    <a:pt x="0" y="54660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93688" y="7679527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4" h="214629">
                  <a:moveTo>
                    <a:pt x="0" y="0"/>
                  </a:moveTo>
                  <a:lnTo>
                    <a:pt x="104939" y="214525"/>
                  </a:lnTo>
                  <a:lnTo>
                    <a:pt x="213595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754304" y="5698213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69" h="382270">
                  <a:moveTo>
                    <a:pt x="0" y="0"/>
                  </a:moveTo>
                  <a:lnTo>
                    <a:pt x="363743" y="363743"/>
                  </a:lnTo>
                  <a:lnTo>
                    <a:pt x="382253" y="382253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042526" y="5986435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151042" y="0"/>
                  </a:moveTo>
                  <a:lnTo>
                    <a:pt x="0" y="151042"/>
                  </a:lnTo>
                  <a:lnTo>
                    <a:pt x="226558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839545" y="5698213"/>
              <a:ext cx="382270" cy="382270"/>
            </a:xfrm>
            <a:custGeom>
              <a:avLst/>
              <a:gdLst/>
              <a:ahLst/>
              <a:cxnLst/>
              <a:rect l="l" t="t" r="r" b="b"/>
              <a:pathLst>
                <a:path w="382269" h="382270">
                  <a:moveTo>
                    <a:pt x="382253" y="0"/>
                  </a:moveTo>
                  <a:lnTo>
                    <a:pt x="18510" y="363743"/>
                  </a:lnTo>
                  <a:lnTo>
                    <a:pt x="0" y="382253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707018" y="5986435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75516" y="0"/>
                  </a:moveTo>
                  <a:lnTo>
                    <a:pt x="0" y="226563"/>
                  </a:lnTo>
                  <a:lnTo>
                    <a:pt x="226558" y="151042"/>
                  </a:lnTo>
                  <a:lnTo>
                    <a:pt x="7551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4596654" y="3770096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37060" y="3717583"/>
            <a:ext cx="1152882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67" dirty="0">
                <a:solidFill>
                  <a:srgbClr val="FFFFFF"/>
                </a:solidFill>
                <a:latin typeface="Arial"/>
                <a:cs typeface="Arial"/>
              </a:rPr>
              <a:t>pasta*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043815" y="5717095"/>
            <a:ext cx="1165976" cy="1101285"/>
          </a:xfrm>
          <a:custGeom>
            <a:avLst/>
            <a:gdLst/>
            <a:ahLst/>
            <a:cxnLst/>
            <a:rect l="l" t="t" r="r" b="b"/>
            <a:pathLst>
              <a:path w="961390" h="908050">
                <a:moveTo>
                  <a:pt x="480529" y="0"/>
                </a:moveTo>
                <a:lnTo>
                  <a:pt x="434470" y="2077"/>
                </a:lnTo>
                <a:lnTo>
                  <a:pt x="388751" y="8310"/>
                </a:lnTo>
                <a:lnTo>
                  <a:pt x="343716" y="18698"/>
                </a:lnTo>
                <a:lnTo>
                  <a:pt x="299706" y="33241"/>
                </a:lnTo>
                <a:lnTo>
                  <a:pt x="257062" y="51939"/>
                </a:lnTo>
                <a:lnTo>
                  <a:pt x="216126" y="74792"/>
                </a:lnTo>
                <a:lnTo>
                  <a:pt x="177239" y="101800"/>
                </a:lnTo>
                <a:lnTo>
                  <a:pt x="140744" y="132964"/>
                </a:lnTo>
                <a:lnTo>
                  <a:pt x="107757" y="167442"/>
                </a:lnTo>
                <a:lnTo>
                  <a:pt x="79168" y="204179"/>
                </a:lnTo>
                <a:lnTo>
                  <a:pt x="54978" y="242852"/>
                </a:lnTo>
                <a:lnTo>
                  <a:pt x="35186" y="283139"/>
                </a:lnTo>
                <a:lnTo>
                  <a:pt x="19792" y="324717"/>
                </a:lnTo>
                <a:lnTo>
                  <a:pt x="8796" y="367263"/>
                </a:lnTo>
                <a:lnTo>
                  <a:pt x="2199" y="410454"/>
                </a:lnTo>
                <a:lnTo>
                  <a:pt x="0" y="453968"/>
                </a:lnTo>
                <a:lnTo>
                  <a:pt x="2199" y="497482"/>
                </a:lnTo>
                <a:lnTo>
                  <a:pt x="8796" y="540673"/>
                </a:lnTo>
                <a:lnTo>
                  <a:pt x="19792" y="583218"/>
                </a:lnTo>
                <a:lnTo>
                  <a:pt x="35186" y="624796"/>
                </a:lnTo>
                <a:lnTo>
                  <a:pt x="54978" y="665083"/>
                </a:lnTo>
                <a:lnTo>
                  <a:pt x="79168" y="703756"/>
                </a:lnTo>
                <a:lnTo>
                  <a:pt x="107757" y="740493"/>
                </a:lnTo>
                <a:lnTo>
                  <a:pt x="140744" y="774971"/>
                </a:lnTo>
                <a:lnTo>
                  <a:pt x="177239" y="806135"/>
                </a:lnTo>
                <a:lnTo>
                  <a:pt x="216126" y="833143"/>
                </a:lnTo>
                <a:lnTo>
                  <a:pt x="257062" y="855997"/>
                </a:lnTo>
                <a:lnTo>
                  <a:pt x="299706" y="874695"/>
                </a:lnTo>
                <a:lnTo>
                  <a:pt x="343716" y="889238"/>
                </a:lnTo>
                <a:lnTo>
                  <a:pt x="388751" y="899625"/>
                </a:lnTo>
                <a:lnTo>
                  <a:pt x="434470" y="905858"/>
                </a:lnTo>
                <a:lnTo>
                  <a:pt x="480529" y="907936"/>
                </a:lnTo>
                <a:lnTo>
                  <a:pt x="526589" y="905858"/>
                </a:lnTo>
                <a:lnTo>
                  <a:pt x="572307" y="899625"/>
                </a:lnTo>
                <a:lnTo>
                  <a:pt x="617342" y="889238"/>
                </a:lnTo>
                <a:lnTo>
                  <a:pt x="661353" y="874695"/>
                </a:lnTo>
                <a:lnTo>
                  <a:pt x="703997" y="855997"/>
                </a:lnTo>
                <a:lnTo>
                  <a:pt x="744933" y="833143"/>
                </a:lnTo>
                <a:lnTo>
                  <a:pt x="783819" y="806135"/>
                </a:lnTo>
                <a:lnTo>
                  <a:pt x="820315" y="774971"/>
                </a:lnTo>
                <a:lnTo>
                  <a:pt x="853302" y="740493"/>
                </a:lnTo>
                <a:lnTo>
                  <a:pt x="881891" y="703756"/>
                </a:lnTo>
                <a:lnTo>
                  <a:pt x="906081" y="665083"/>
                </a:lnTo>
                <a:lnTo>
                  <a:pt x="925873" y="624796"/>
                </a:lnTo>
                <a:lnTo>
                  <a:pt x="941267" y="583218"/>
                </a:lnTo>
                <a:lnTo>
                  <a:pt x="952263" y="540673"/>
                </a:lnTo>
                <a:lnTo>
                  <a:pt x="958860" y="497482"/>
                </a:lnTo>
                <a:lnTo>
                  <a:pt x="961059" y="453968"/>
                </a:lnTo>
                <a:lnTo>
                  <a:pt x="958860" y="410454"/>
                </a:lnTo>
                <a:lnTo>
                  <a:pt x="952263" y="367263"/>
                </a:lnTo>
                <a:lnTo>
                  <a:pt x="941267" y="324717"/>
                </a:lnTo>
                <a:lnTo>
                  <a:pt x="925873" y="283139"/>
                </a:lnTo>
                <a:lnTo>
                  <a:pt x="906081" y="242852"/>
                </a:lnTo>
                <a:lnTo>
                  <a:pt x="881891" y="204179"/>
                </a:lnTo>
                <a:lnTo>
                  <a:pt x="853302" y="167442"/>
                </a:lnTo>
                <a:lnTo>
                  <a:pt x="820315" y="132964"/>
                </a:lnTo>
                <a:lnTo>
                  <a:pt x="783819" y="101800"/>
                </a:lnTo>
                <a:lnTo>
                  <a:pt x="744933" y="74792"/>
                </a:lnTo>
                <a:lnTo>
                  <a:pt x="703997" y="51939"/>
                </a:lnTo>
                <a:lnTo>
                  <a:pt x="661353" y="33241"/>
                </a:lnTo>
                <a:lnTo>
                  <a:pt x="617342" y="18698"/>
                </a:lnTo>
                <a:lnTo>
                  <a:pt x="572307" y="8310"/>
                </a:lnTo>
                <a:lnTo>
                  <a:pt x="526589" y="2077"/>
                </a:lnTo>
                <a:lnTo>
                  <a:pt x="480529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243922" y="5799863"/>
            <a:ext cx="765508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26" dirty="0">
                <a:solidFill>
                  <a:srgbClr val="FFFFFF"/>
                </a:solidFill>
                <a:latin typeface="Calibri"/>
                <a:cs typeface="Calibri"/>
              </a:rPr>
              <a:t>4T5F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277104" y="5717095"/>
            <a:ext cx="1165976" cy="1101285"/>
          </a:xfrm>
          <a:custGeom>
            <a:avLst/>
            <a:gdLst/>
            <a:ahLst/>
            <a:cxnLst/>
            <a:rect l="l" t="t" r="r" b="b"/>
            <a:pathLst>
              <a:path w="961390" h="908050">
                <a:moveTo>
                  <a:pt x="480457" y="0"/>
                </a:moveTo>
                <a:lnTo>
                  <a:pt x="434397" y="2085"/>
                </a:lnTo>
                <a:lnTo>
                  <a:pt x="388680" y="8325"/>
                </a:lnTo>
                <a:lnTo>
                  <a:pt x="343646" y="18720"/>
                </a:lnTo>
                <a:lnTo>
                  <a:pt x="299637" y="33270"/>
                </a:lnTo>
                <a:lnTo>
                  <a:pt x="256996" y="51975"/>
                </a:lnTo>
                <a:lnTo>
                  <a:pt x="216064" y="74834"/>
                </a:lnTo>
                <a:lnTo>
                  <a:pt x="177182" y="101849"/>
                </a:lnTo>
                <a:lnTo>
                  <a:pt x="140692" y="133018"/>
                </a:lnTo>
                <a:lnTo>
                  <a:pt x="107711" y="167501"/>
                </a:lnTo>
                <a:lnTo>
                  <a:pt x="79128" y="204243"/>
                </a:lnTo>
                <a:lnTo>
                  <a:pt x="54944" y="242920"/>
                </a:lnTo>
                <a:lnTo>
                  <a:pt x="35158" y="283211"/>
                </a:lnTo>
                <a:lnTo>
                  <a:pt x="19771" y="324791"/>
                </a:lnTo>
                <a:lnTo>
                  <a:pt x="8782" y="367338"/>
                </a:lnTo>
                <a:lnTo>
                  <a:pt x="2192" y="410531"/>
                </a:lnTo>
                <a:lnTo>
                  <a:pt x="0" y="454045"/>
                </a:lnTo>
                <a:lnTo>
                  <a:pt x="2205" y="497559"/>
                </a:lnTo>
                <a:lnTo>
                  <a:pt x="8810" y="540749"/>
                </a:lnTo>
                <a:lnTo>
                  <a:pt x="19812" y="583293"/>
                </a:lnTo>
                <a:lnTo>
                  <a:pt x="35213" y="624868"/>
                </a:lnTo>
                <a:lnTo>
                  <a:pt x="55012" y="665152"/>
                </a:lnTo>
                <a:lnTo>
                  <a:pt x="79208" y="703821"/>
                </a:lnTo>
                <a:lnTo>
                  <a:pt x="107803" y="740554"/>
                </a:lnTo>
                <a:lnTo>
                  <a:pt x="140796" y="775027"/>
                </a:lnTo>
                <a:lnTo>
                  <a:pt x="177297" y="806184"/>
                </a:lnTo>
                <a:lnTo>
                  <a:pt x="216189" y="833186"/>
                </a:lnTo>
                <a:lnTo>
                  <a:pt x="257129" y="856032"/>
                </a:lnTo>
                <a:lnTo>
                  <a:pt x="299776" y="874724"/>
                </a:lnTo>
                <a:lnTo>
                  <a:pt x="343789" y="889259"/>
                </a:lnTo>
                <a:lnTo>
                  <a:pt x="388826" y="899640"/>
                </a:lnTo>
                <a:lnTo>
                  <a:pt x="434545" y="905865"/>
                </a:lnTo>
                <a:lnTo>
                  <a:pt x="480605" y="907935"/>
                </a:lnTo>
                <a:lnTo>
                  <a:pt x="526665" y="905850"/>
                </a:lnTo>
                <a:lnTo>
                  <a:pt x="572382" y="899610"/>
                </a:lnTo>
                <a:lnTo>
                  <a:pt x="617415" y="889215"/>
                </a:lnTo>
                <a:lnTo>
                  <a:pt x="661423" y="874665"/>
                </a:lnTo>
                <a:lnTo>
                  <a:pt x="704063" y="855960"/>
                </a:lnTo>
                <a:lnTo>
                  <a:pt x="744995" y="833100"/>
                </a:lnTo>
                <a:lnTo>
                  <a:pt x="783877" y="806086"/>
                </a:lnTo>
                <a:lnTo>
                  <a:pt x="820367" y="774917"/>
                </a:lnTo>
                <a:lnTo>
                  <a:pt x="853348" y="740433"/>
                </a:lnTo>
                <a:lnTo>
                  <a:pt x="881931" y="703692"/>
                </a:lnTo>
                <a:lnTo>
                  <a:pt x="906115" y="665014"/>
                </a:lnTo>
                <a:lnTo>
                  <a:pt x="925900" y="624724"/>
                </a:lnTo>
                <a:lnTo>
                  <a:pt x="941288" y="583144"/>
                </a:lnTo>
                <a:lnTo>
                  <a:pt x="952276" y="540596"/>
                </a:lnTo>
                <a:lnTo>
                  <a:pt x="958867" y="497404"/>
                </a:lnTo>
                <a:lnTo>
                  <a:pt x="961059" y="453890"/>
                </a:lnTo>
                <a:lnTo>
                  <a:pt x="958853" y="410376"/>
                </a:lnTo>
                <a:lnTo>
                  <a:pt x="952249" y="367186"/>
                </a:lnTo>
                <a:lnTo>
                  <a:pt x="941247" y="324642"/>
                </a:lnTo>
                <a:lnTo>
                  <a:pt x="925846" y="283066"/>
                </a:lnTo>
                <a:lnTo>
                  <a:pt x="906047" y="242783"/>
                </a:lnTo>
                <a:lnTo>
                  <a:pt x="881850" y="204113"/>
                </a:lnTo>
                <a:lnTo>
                  <a:pt x="853255" y="167381"/>
                </a:lnTo>
                <a:lnTo>
                  <a:pt x="820262" y="132908"/>
                </a:lnTo>
                <a:lnTo>
                  <a:pt x="783763" y="101751"/>
                </a:lnTo>
                <a:lnTo>
                  <a:pt x="744873" y="74749"/>
                </a:lnTo>
                <a:lnTo>
                  <a:pt x="703934" y="51902"/>
                </a:lnTo>
                <a:lnTo>
                  <a:pt x="661287" y="33211"/>
                </a:lnTo>
                <a:lnTo>
                  <a:pt x="617274" y="18675"/>
                </a:lnTo>
                <a:lnTo>
                  <a:pt x="572238" y="8295"/>
                </a:lnTo>
                <a:lnTo>
                  <a:pt x="526518" y="2070"/>
                </a:lnTo>
                <a:lnTo>
                  <a:pt x="480457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9444150" y="5796951"/>
            <a:ext cx="831739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46" dirty="0">
                <a:solidFill>
                  <a:srgbClr val="FFFFFF"/>
                </a:solidFill>
                <a:latin typeface="Calibri"/>
                <a:cs typeface="Calibri"/>
              </a:rPr>
              <a:t>7SH2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277104" y="3645308"/>
            <a:ext cx="1165976" cy="1101285"/>
          </a:xfrm>
          <a:custGeom>
            <a:avLst/>
            <a:gdLst/>
            <a:ahLst/>
            <a:cxnLst/>
            <a:rect l="l" t="t" r="r" b="b"/>
            <a:pathLst>
              <a:path w="961390" h="908050">
                <a:moveTo>
                  <a:pt x="480529" y="0"/>
                </a:moveTo>
                <a:lnTo>
                  <a:pt x="434470" y="2077"/>
                </a:lnTo>
                <a:lnTo>
                  <a:pt x="388751" y="8310"/>
                </a:lnTo>
                <a:lnTo>
                  <a:pt x="343716" y="18698"/>
                </a:lnTo>
                <a:lnTo>
                  <a:pt x="299706" y="33241"/>
                </a:lnTo>
                <a:lnTo>
                  <a:pt x="257062" y="51939"/>
                </a:lnTo>
                <a:lnTo>
                  <a:pt x="216126" y="74792"/>
                </a:lnTo>
                <a:lnTo>
                  <a:pt x="177239" y="101800"/>
                </a:lnTo>
                <a:lnTo>
                  <a:pt x="140744" y="132964"/>
                </a:lnTo>
                <a:lnTo>
                  <a:pt x="107757" y="167442"/>
                </a:lnTo>
                <a:lnTo>
                  <a:pt x="79168" y="204179"/>
                </a:lnTo>
                <a:lnTo>
                  <a:pt x="54978" y="242852"/>
                </a:lnTo>
                <a:lnTo>
                  <a:pt x="35186" y="283139"/>
                </a:lnTo>
                <a:lnTo>
                  <a:pt x="19792" y="324717"/>
                </a:lnTo>
                <a:lnTo>
                  <a:pt x="8796" y="367263"/>
                </a:lnTo>
                <a:lnTo>
                  <a:pt x="2199" y="410454"/>
                </a:lnTo>
                <a:lnTo>
                  <a:pt x="0" y="453968"/>
                </a:lnTo>
                <a:lnTo>
                  <a:pt x="2199" y="497482"/>
                </a:lnTo>
                <a:lnTo>
                  <a:pt x="8796" y="540673"/>
                </a:lnTo>
                <a:lnTo>
                  <a:pt x="19792" y="583218"/>
                </a:lnTo>
                <a:lnTo>
                  <a:pt x="35186" y="624796"/>
                </a:lnTo>
                <a:lnTo>
                  <a:pt x="54978" y="665083"/>
                </a:lnTo>
                <a:lnTo>
                  <a:pt x="79168" y="703756"/>
                </a:lnTo>
                <a:lnTo>
                  <a:pt x="107757" y="740493"/>
                </a:lnTo>
                <a:lnTo>
                  <a:pt x="140744" y="774971"/>
                </a:lnTo>
                <a:lnTo>
                  <a:pt x="177239" y="806135"/>
                </a:lnTo>
                <a:lnTo>
                  <a:pt x="216126" y="833143"/>
                </a:lnTo>
                <a:lnTo>
                  <a:pt x="257062" y="855997"/>
                </a:lnTo>
                <a:lnTo>
                  <a:pt x="299706" y="874695"/>
                </a:lnTo>
                <a:lnTo>
                  <a:pt x="343716" y="889238"/>
                </a:lnTo>
                <a:lnTo>
                  <a:pt x="388751" y="899625"/>
                </a:lnTo>
                <a:lnTo>
                  <a:pt x="434470" y="905858"/>
                </a:lnTo>
                <a:lnTo>
                  <a:pt x="480529" y="907936"/>
                </a:lnTo>
                <a:lnTo>
                  <a:pt x="526589" y="905858"/>
                </a:lnTo>
                <a:lnTo>
                  <a:pt x="572307" y="899625"/>
                </a:lnTo>
                <a:lnTo>
                  <a:pt x="617342" y="889238"/>
                </a:lnTo>
                <a:lnTo>
                  <a:pt x="661353" y="874695"/>
                </a:lnTo>
                <a:lnTo>
                  <a:pt x="703997" y="855997"/>
                </a:lnTo>
                <a:lnTo>
                  <a:pt x="744933" y="833143"/>
                </a:lnTo>
                <a:lnTo>
                  <a:pt x="783819" y="806135"/>
                </a:lnTo>
                <a:lnTo>
                  <a:pt x="820315" y="774971"/>
                </a:lnTo>
                <a:lnTo>
                  <a:pt x="853302" y="740493"/>
                </a:lnTo>
                <a:lnTo>
                  <a:pt x="881891" y="703756"/>
                </a:lnTo>
                <a:lnTo>
                  <a:pt x="906081" y="665083"/>
                </a:lnTo>
                <a:lnTo>
                  <a:pt x="925873" y="624796"/>
                </a:lnTo>
                <a:lnTo>
                  <a:pt x="941267" y="583218"/>
                </a:lnTo>
                <a:lnTo>
                  <a:pt x="952263" y="540673"/>
                </a:lnTo>
                <a:lnTo>
                  <a:pt x="958860" y="497482"/>
                </a:lnTo>
                <a:lnTo>
                  <a:pt x="961059" y="453968"/>
                </a:lnTo>
                <a:lnTo>
                  <a:pt x="958860" y="410454"/>
                </a:lnTo>
                <a:lnTo>
                  <a:pt x="952263" y="367263"/>
                </a:lnTo>
                <a:lnTo>
                  <a:pt x="941267" y="324717"/>
                </a:lnTo>
                <a:lnTo>
                  <a:pt x="925873" y="283139"/>
                </a:lnTo>
                <a:lnTo>
                  <a:pt x="906081" y="242852"/>
                </a:lnTo>
                <a:lnTo>
                  <a:pt x="881891" y="204179"/>
                </a:lnTo>
                <a:lnTo>
                  <a:pt x="853302" y="167442"/>
                </a:lnTo>
                <a:lnTo>
                  <a:pt x="820315" y="132964"/>
                </a:lnTo>
                <a:lnTo>
                  <a:pt x="783819" y="101800"/>
                </a:lnTo>
                <a:lnTo>
                  <a:pt x="744933" y="74792"/>
                </a:lnTo>
                <a:lnTo>
                  <a:pt x="703997" y="51939"/>
                </a:lnTo>
                <a:lnTo>
                  <a:pt x="661353" y="33241"/>
                </a:lnTo>
                <a:lnTo>
                  <a:pt x="617342" y="18698"/>
                </a:lnTo>
                <a:lnTo>
                  <a:pt x="572307" y="8310"/>
                </a:lnTo>
                <a:lnTo>
                  <a:pt x="526589" y="2077"/>
                </a:lnTo>
                <a:lnTo>
                  <a:pt x="480529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462991" y="3726686"/>
            <a:ext cx="79400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6" dirty="0">
                <a:solidFill>
                  <a:srgbClr val="FFFFFF"/>
                </a:solidFill>
                <a:latin typeface="Calibri"/>
                <a:cs typeface="Calibri"/>
              </a:rPr>
              <a:t>1T7R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043815" y="3645308"/>
            <a:ext cx="1165976" cy="1101285"/>
          </a:xfrm>
          <a:custGeom>
            <a:avLst/>
            <a:gdLst/>
            <a:ahLst/>
            <a:cxnLst/>
            <a:rect l="l" t="t" r="r" b="b"/>
            <a:pathLst>
              <a:path w="961390" h="908050">
                <a:moveTo>
                  <a:pt x="480529" y="0"/>
                </a:moveTo>
                <a:lnTo>
                  <a:pt x="434470" y="2077"/>
                </a:lnTo>
                <a:lnTo>
                  <a:pt x="388751" y="8310"/>
                </a:lnTo>
                <a:lnTo>
                  <a:pt x="343716" y="18698"/>
                </a:lnTo>
                <a:lnTo>
                  <a:pt x="299706" y="33241"/>
                </a:lnTo>
                <a:lnTo>
                  <a:pt x="257062" y="51939"/>
                </a:lnTo>
                <a:lnTo>
                  <a:pt x="216126" y="74792"/>
                </a:lnTo>
                <a:lnTo>
                  <a:pt x="177239" y="101800"/>
                </a:lnTo>
                <a:lnTo>
                  <a:pt x="140744" y="132964"/>
                </a:lnTo>
                <a:lnTo>
                  <a:pt x="107757" y="167442"/>
                </a:lnTo>
                <a:lnTo>
                  <a:pt x="79168" y="204179"/>
                </a:lnTo>
                <a:lnTo>
                  <a:pt x="54978" y="242852"/>
                </a:lnTo>
                <a:lnTo>
                  <a:pt x="35186" y="283139"/>
                </a:lnTo>
                <a:lnTo>
                  <a:pt x="19792" y="324717"/>
                </a:lnTo>
                <a:lnTo>
                  <a:pt x="8796" y="367263"/>
                </a:lnTo>
                <a:lnTo>
                  <a:pt x="2199" y="410454"/>
                </a:lnTo>
                <a:lnTo>
                  <a:pt x="0" y="453968"/>
                </a:lnTo>
                <a:lnTo>
                  <a:pt x="2199" y="497482"/>
                </a:lnTo>
                <a:lnTo>
                  <a:pt x="8796" y="540673"/>
                </a:lnTo>
                <a:lnTo>
                  <a:pt x="19792" y="583218"/>
                </a:lnTo>
                <a:lnTo>
                  <a:pt x="35186" y="624796"/>
                </a:lnTo>
                <a:lnTo>
                  <a:pt x="54978" y="665083"/>
                </a:lnTo>
                <a:lnTo>
                  <a:pt x="79168" y="703756"/>
                </a:lnTo>
                <a:lnTo>
                  <a:pt x="107757" y="740493"/>
                </a:lnTo>
                <a:lnTo>
                  <a:pt x="140744" y="774971"/>
                </a:lnTo>
                <a:lnTo>
                  <a:pt x="177239" y="806135"/>
                </a:lnTo>
                <a:lnTo>
                  <a:pt x="216126" y="833143"/>
                </a:lnTo>
                <a:lnTo>
                  <a:pt x="257062" y="855997"/>
                </a:lnTo>
                <a:lnTo>
                  <a:pt x="299706" y="874695"/>
                </a:lnTo>
                <a:lnTo>
                  <a:pt x="343716" y="889238"/>
                </a:lnTo>
                <a:lnTo>
                  <a:pt x="388751" y="899625"/>
                </a:lnTo>
                <a:lnTo>
                  <a:pt x="434470" y="905858"/>
                </a:lnTo>
                <a:lnTo>
                  <a:pt x="480529" y="907936"/>
                </a:lnTo>
                <a:lnTo>
                  <a:pt x="526589" y="905858"/>
                </a:lnTo>
                <a:lnTo>
                  <a:pt x="572307" y="899625"/>
                </a:lnTo>
                <a:lnTo>
                  <a:pt x="617342" y="889238"/>
                </a:lnTo>
                <a:lnTo>
                  <a:pt x="661353" y="874695"/>
                </a:lnTo>
                <a:lnTo>
                  <a:pt x="703997" y="855997"/>
                </a:lnTo>
                <a:lnTo>
                  <a:pt x="744933" y="833143"/>
                </a:lnTo>
                <a:lnTo>
                  <a:pt x="783819" y="806135"/>
                </a:lnTo>
                <a:lnTo>
                  <a:pt x="820315" y="774971"/>
                </a:lnTo>
                <a:lnTo>
                  <a:pt x="853302" y="740493"/>
                </a:lnTo>
                <a:lnTo>
                  <a:pt x="881891" y="703756"/>
                </a:lnTo>
                <a:lnTo>
                  <a:pt x="906081" y="665083"/>
                </a:lnTo>
                <a:lnTo>
                  <a:pt x="925873" y="624796"/>
                </a:lnTo>
                <a:lnTo>
                  <a:pt x="941267" y="583218"/>
                </a:lnTo>
                <a:lnTo>
                  <a:pt x="952263" y="540673"/>
                </a:lnTo>
                <a:lnTo>
                  <a:pt x="958860" y="497482"/>
                </a:lnTo>
                <a:lnTo>
                  <a:pt x="961059" y="453968"/>
                </a:lnTo>
                <a:lnTo>
                  <a:pt x="958860" y="410454"/>
                </a:lnTo>
                <a:lnTo>
                  <a:pt x="952263" y="367263"/>
                </a:lnTo>
                <a:lnTo>
                  <a:pt x="941267" y="324717"/>
                </a:lnTo>
                <a:lnTo>
                  <a:pt x="925873" y="283139"/>
                </a:lnTo>
                <a:lnTo>
                  <a:pt x="906081" y="242852"/>
                </a:lnTo>
                <a:lnTo>
                  <a:pt x="881891" y="204179"/>
                </a:lnTo>
                <a:lnTo>
                  <a:pt x="853302" y="167442"/>
                </a:lnTo>
                <a:lnTo>
                  <a:pt x="820315" y="132964"/>
                </a:lnTo>
                <a:lnTo>
                  <a:pt x="783819" y="101800"/>
                </a:lnTo>
                <a:lnTo>
                  <a:pt x="744933" y="74792"/>
                </a:lnTo>
                <a:lnTo>
                  <a:pt x="703997" y="51939"/>
                </a:lnTo>
                <a:lnTo>
                  <a:pt x="661353" y="33241"/>
                </a:lnTo>
                <a:lnTo>
                  <a:pt x="617342" y="18698"/>
                </a:lnTo>
                <a:lnTo>
                  <a:pt x="572307" y="8310"/>
                </a:lnTo>
                <a:lnTo>
                  <a:pt x="526589" y="2077"/>
                </a:lnTo>
                <a:lnTo>
                  <a:pt x="480529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229445" y="3725694"/>
            <a:ext cx="79477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Z67B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730825" y="4755022"/>
            <a:ext cx="259534" cy="922615"/>
            <a:chOff x="16268090" y="3920692"/>
            <a:chExt cx="213995" cy="760730"/>
          </a:xfrm>
        </p:grpSpPr>
        <p:sp>
          <p:nvSpPr>
            <p:cNvPr id="29" name="object 29"/>
            <p:cNvSpPr/>
            <p:nvPr/>
          </p:nvSpPr>
          <p:spPr>
            <a:xfrm>
              <a:off x="16374661" y="3946869"/>
              <a:ext cx="5080" cy="546735"/>
            </a:xfrm>
            <a:custGeom>
              <a:avLst/>
              <a:gdLst/>
              <a:ahLst/>
              <a:cxnLst/>
              <a:rect l="l" t="t" r="r" b="b"/>
              <a:pathLst>
                <a:path w="5080" h="546735">
                  <a:moveTo>
                    <a:pt x="4745" y="0"/>
                  </a:moveTo>
                  <a:lnTo>
                    <a:pt x="227" y="520429"/>
                  </a:lnTo>
                  <a:lnTo>
                    <a:pt x="0" y="54660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268090" y="4466371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4" h="214629">
                  <a:moveTo>
                    <a:pt x="0" y="0"/>
                  </a:moveTo>
                  <a:lnTo>
                    <a:pt x="104939" y="214525"/>
                  </a:lnTo>
                  <a:lnTo>
                    <a:pt x="213595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7497535" y="4755022"/>
            <a:ext cx="259534" cy="922615"/>
            <a:chOff x="14426660" y="3920692"/>
            <a:chExt cx="213995" cy="760730"/>
          </a:xfrm>
        </p:grpSpPr>
        <p:sp>
          <p:nvSpPr>
            <p:cNvPr id="32" name="object 32"/>
            <p:cNvSpPr/>
            <p:nvPr/>
          </p:nvSpPr>
          <p:spPr>
            <a:xfrm>
              <a:off x="14533231" y="3946869"/>
              <a:ext cx="5080" cy="546735"/>
            </a:xfrm>
            <a:custGeom>
              <a:avLst/>
              <a:gdLst/>
              <a:ahLst/>
              <a:cxnLst/>
              <a:rect l="l" t="t" r="r" b="b"/>
              <a:pathLst>
                <a:path w="5080" h="546735">
                  <a:moveTo>
                    <a:pt x="4745" y="0"/>
                  </a:moveTo>
                  <a:lnTo>
                    <a:pt x="227" y="520429"/>
                  </a:lnTo>
                  <a:lnTo>
                    <a:pt x="0" y="546605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426660" y="4466371"/>
              <a:ext cx="213995" cy="214629"/>
            </a:xfrm>
            <a:custGeom>
              <a:avLst/>
              <a:gdLst/>
              <a:ahLst/>
              <a:cxnLst/>
              <a:rect l="l" t="t" r="r" b="b"/>
              <a:pathLst>
                <a:path w="213994" h="214629">
                  <a:moveTo>
                    <a:pt x="0" y="0"/>
                  </a:moveTo>
                  <a:lnTo>
                    <a:pt x="104939" y="214525"/>
                  </a:lnTo>
                  <a:lnTo>
                    <a:pt x="213595" y="18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6108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865445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/>
          <p:nvPr/>
        </p:nvSpPr>
        <p:spPr>
          <a:xfrm>
            <a:off x="11024741" y="7326749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234285" y="0"/>
                </a:moveTo>
                <a:lnTo>
                  <a:pt x="234285" y="221268"/>
                </a:lnTo>
                <a:lnTo>
                  <a:pt x="0" y="221268"/>
                </a:lnTo>
                <a:lnTo>
                  <a:pt x="0" y="429522"/>
                </a:lnTo>
                <a:lnTo>
                  <a:pt x="234285" y="429522"/>
                </a:lnTo>
                <a:lnTo>
                  <a:pt x="234285" y="650790"/>
                </a:lnTo>
                <a:lnTo>
                  <a:pt x="650790" y="325395"/>
                </a:lnTo>
                <a:lnTo>
                  <a:pt x="234285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664347" y="2307115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416510" y="0"/>
                </a:moveTo>
                <a:lnTo>
                  <a:pt x="0" y="325395"/>
                </a:lnTo>
                <a:lnTo>
                  <a:pt x="416510" y="650789"/>
                </a:lnTo>
                <a:lnTo>
                  <a:pt x="416510" y="429520"/>
                </a:lnTo>
                <a:lnTo>
                  <a:pt x="650796" y="429520"/>
                </a:lnTo>
                <a:lnTo>
                  <a:pt x="650796" y="221268"/>
                </a:lnTo>
                <a:lnTo>
                  <a:pt x="416510" y="221268"/>
                </a:lnTo>
                <a:lnTo>
                  <a:pt x="416510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977927" y="9528167"/>
            <a:ext cx="3052792" cy="3326958"/>
            <a:chOff x="9875539" y="7856327"/>
            <a:chExt cx="2517140" cy="2743200"/>
          </a:xfrm>
        </p:grpSpPr>
        <p:sp>
          <p:nvSpPr>
            <p:cNvPr id="6" name="object 6"/>
            <p:cNvSpPr/>
            <p:nvPr/>
          </p:nvSpPr>
          <p:spPr>
            <a:xfrm>
              <a:off x="11187517" y="9460947"/>
              <a:ext cx="1205230" cy="1138555"/>
            </a:xfrm>
            <a:custGeom>
              <a:avLst/>
              <a:gdLst/>
              <a:ahLst/>
              <a:cxnLst/>
              <a:rect l="l" t="t" r="r" b="b"/>
              <a:pathLst>
                <a:path w="1205229" h="1138554">
                  <a:moveTo>
                    <a:pt x="602488" y="0"/>
                  </a:moveTo>
                  <a:lnTo>
                    <a:pt x="556267" y="1667"/>
                  </a:lnTo>
                  <a:lnTo>
                    <a:pt x="510266" y="6668"/>
                  </a:lnTo>
                  <a:lnTo>
                    <a:pt x="464703" y="15003"/>
                  </a:lnTo>
                  <a:lnTo>
                    <a:pt x="419798" y="26673"/>
                  </a:lnTo>
                  <a:lnTo>
                    <a:pt x="375770" y="41677"/>
                  </a:lnTo>
                  <a:lnTo>
                    <a:pt x="332838" y="60015"/>
                  </a:lnTo>
                  <a:lnTo>
                    <a:pt x="291222" y="81687"/>
                  </a:lnTo>
                  <a:lnTo>
                    <a:pt x="251141" y="106694"/>
                  </a:lnTo>
                  <a:lnTo>
                    <a:pt x="212814" y="135035"/>
                  </a:lnTo>
                  <a:lnTo>
                    <a:pt x="176460" y="166710"/>
                  </a:lnTo>
                  <a:lnTo>
                    <a:pt x="142933" y="201053"/>
                  </a:lnTo>
                  <a:lnTo>
                    <a:pt x="112934" y="237261"/>
                  </a:lnTo>
                  <a:lnTo>
                    <a:pt x="86465" y="275126"/>
                  </a:lnTo>
                  <a:lnTo>
                    <a:pt x="63525" y="314441"/>
                  </a:lnTo>
                  <a:lnTo>
                    <a:pt x="44115" y="354999"/>
                  </a:lnTo>
                  <a:lnTo>
                    <a:pt x="28233" y="396593"/>
                  </a:lnTo>
                  <a:lnTo>
                    <a:pt x="15881" y="439016"/>
                  </a:lnTo>
                  <a:lnTo>
                    <a:pt x="7058" y="482060"/>
                  </a:lnTo>
                  <a:lnTo>
                    <a:pt x="1764" y="525518"/>
                  </a:lnTo>
                  <a:lnTo>
                    <a:pt x="0" y="569184"/>
                  </a:lnTo>
                  <a:lnTo>
                    <a:pt x="1764" y="612849"/>
                  </a:lnTo>
                  <a:lnTo>
                    <a:pt x="7058" y="656308"/>
                  </a:lnTo>
                  <a:lnTo>
                    <a:pt x="15881" y="699352"/>
                  </a:lnTo>
                  <a:lnTo>
                    <a:pt x="28233" y="741774"/>
                  </a:lnTo>
                  <a:lnTo>
                    <a:pt x="44115" y="783368"/>
                  </a:lnTo>
                  <a:lnTo>
                    <a:pt x="63525" y="823926"/>
                  </a:lnTo>
                  <a:lnTo>
                    <a:pt x="86465" y="863241"/>
                  </a:lnTo>
                  <a:lnTo>
                    <a:pt x="112934" y="901106"/>
                  </a:lnTo>
                  <a:lnTo>
                    <a:pt x="142933" y="937314"/>
                  </a:lnTo>
                  <a:lnTo>
                    <a:pt x="176460" y="971657"/>
                  </a:lnTo>
                  <a:lnTo>
                    <a:pt x="212814" y="1003332"/>
                  </a:lnTo>
                  <a:lnTo>
                    <a:pt x="251141" y="1031673"/>
                  </a:lnTo>
                  <a:lnTo>
                    <a:pt x="291222" y="1056679"/>
                  </a:lnTo>
                  <a:lnTo>
                    <a:pt x="332838" y="1078352"/>
                  </a:lnTo>
                  <a:lnTo>
                    <a:pt x="375770" y="1096690"/>
                  </a:lnTo>
                  <a:lnTo>
                    <a:pt x="419798" y="1111694"/>
                  </a:lnTo>
                  <a:lnTo>
                    <a:pt x="464703" y="1123363"/>
                  </a:lnTo>
                  <a:lnTo>
                    <a:pt x="510266" y="1131699"/>
                  </a:lnTo>
                  <a:lnTo>
                    <a:pt x="556267" y="1136700"/>
                  </a:lnTo>
                  <a:lnTo>
                    <a:pt x="602488" y="1138367"/>
                  </a:lnTo>
                  <a:lnTo>
                    <a:pt x="648708" y="1136700"/>
                  </a:lnTo>
                  <a:lnTo>
                    <a:pt x="694709" y="1131699"/>
                  </a:lnTo>
                  <a:lnTo>
                    <a:pt x="740272" y="1123363"/>
                  </a:lnTo>
                  <a:lnTo>
                    <a:pt x="785176" y="1111694"/>
                  </a:lnTo>
                  <a:lnTo>
                    <a:pt x="829204" y="1096690"/>
                  </a:lnTo>
                  <a:lnTo>
                    <a:pt x="872135" y="1078352"/>
                  </a:lnTo>
                  <a:lnTo>
                    <a:pt x="913750" y="1056679"/>
                  </a:lnTo>
                  <a:lnTo>
                    <a:pt x="953830" y="1031673"/>
                  </a:lnTo>
                  <a:lnTo>
                    <a:pt x="992155" y="1003332"/>
                  </a:lnTo>
                  <a:lnTo>
                    <a:pt x="1028507" y="971657"/>
                  </a:lnTo>
                  <a:lnTo>
                    <a:pt x="1062036" y="937314"/>
                  </a:lnTo>
                  <a:lnTo>
                    <a:pt x="1092036" y="901106"/>
                  </a:lnTo>
                  <a:lnTo>
                    <a:pt x="1118506" y="863241"/>
                  </a:lnTo>
                  <a:lnTo>
                    <a:pt x="1141447" y="823926"/>
                  </a:lnTo>
                  <a:lnTo>
                    <a:pt x="1160859" y="783368"/>
                  </a:lnTo>
                  <a:lnTo>
                    <a:pt x="1176741" y="741774"/>
                  </a:lnTo>
                  <a:lnTo>
                    <a:pt x="1189094" y="699352"/>
                  </a:lnTo>
                  <a:lnTo>
                    <a:pt x="1197917" y="656308"/>
                  </a:lnTo>
                  <a:lnTo>
                    <a:pt x="1203211" y="612849"/>
                  </a:lnTo>
                  <a:lnTo>
                    <a:pt x="1204976" y="569184"/>
                  </a:lnTo>
                  <a:lnTo>
                    <a:pt x="1203211" y="525518"/>
                  </a:lnTo>
                  <a:lnTo>
                    <a:pt x="1197917" y="482060"/>
                  </a:lnTo>
                  <a:lnTo>
                    <a:pt x="1189094" y="439016"/>
                  </a:lnTo>
                  <a:lnTo>
                    <a:pt x="1176741" y="396593"/>
                  </a:lnTo>
                  <a:lnTo>
                    <a:pt x="1160859" y="354999"/>
                  </a:lnTo>
                  <a:lnTo>
                    <a:pt x="1141447" y="314441"/>
                  </a:lnTo>
                  <a:lnTo>
                    <a:pt x="1118506" y="275126"/>
                  </a:lnTo>
                  <a:lnTo>
                    <a:pt x="1092036" y="237261"/>
                  </a:lnTo>
                  <a:lnTo>
                    <a:pt x="1062036" y="201053"/>
                  </a:lnTo>
                  <a:lnTo>
                    <a:pt x="1028507" y="166710"/>
                  </a:lnTo>
                  <a:lnTo>
                    <a:pt x="992155" y="135035"/>
                  </a:lnTo>
                  <a:lnTo>
                    <a:pt x="953830" y="106694"/>
                  </a:lnTo>
                  <a:lnTo>
                    <a:pt x="913750" y="81687"/>
                  </a:lnTo>
                  <a:lnTo>
                    <a:pt x="872135" y="60015"/>
                  </a:lnTo>
                  <a:lnTo>
                    <a:pt x="829204" y="41677"/>
                  </a:lnTo>
                  <a:lnTo>
                    <a:pt x="785176" y="26673"/>
                  </a:lnTo>
                  <a:lnTo>
                    <a:pt x="740272" y="15003"/>
                  </a:lnTo>
                  <a:lnTo>
                    <a:pt x="694709" y="6668"/>
                  </a:lnTo>
                  <a:lnTo>
                    <a:pt x="648708" y="1667"/>
                  </a:lnTo>
                  <a:lnTo>
                    <a:pt x="602488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75539" y="7856327"/>
              <a:ext cx="1205230" cy="1138555"/>
            </a:xfrm>
            <a:custGeom>
              <a:avLst/>
              <a:gdLst/>
              <a:ahLst/>
              <a:cxnLst/>
              <a:rect l="l" t="t" r="r" b="b"/>
              <a:pathLst>
                <a:path w="1205229" h="1138554">
                  <a:moveTo>
                    <a:pt x="602488" y="0"/>
                  </a:moveTo>
                  <a:lnTo>
                    <a:pt x="556267" y="1667"/>
                  </a:lnTo>
                  <a:lnTo>
                    <a:pt x="510266" y="6668"/>
                  </a:lnTo>
                  <a:lnTo>
                    <a:pt x="464703" y="15003"/>
                  </a:lnTo>
                  <a:lnTo>
                    <a:pt x="419798" y="26673"/>
                  </a:lnTo>
                  <a:lnTo>
                    <a:pt x="375771" y="41677"/>
                  </a:lnTo>
                  <a:lnTo>
                    <a:pt x="332839" y="60015"/>
                  </a:lnTo>
                  <a:lnTo>
                    <a:pt x="291224" y="81687"/>
                  </a:lnTo>
                  <a:lnTo>
                    <a:pt x="251143" y="106694"/>
                  </a:lnTo>
                  <a:lnTo>
                    <a:pt x="212817" y="135035"/>
                  </a:lnTo>
                  <a:lnTo>
                    <a:pt x="176464" y="166710"/>
                  </a:lnTo>
                  <a:lnTo>
                    <a:pt x="142936" y="201053"/>
                  </a:lnTo>
                  <a:lnTo>
                    <a:pt x="112937" y="237261"/>
                  </a:lnTo>
                  <a:lnTo>
                    <a:pt x="86467" y="275126"/>
                  </a:lnTo>
                  <a:lnTo>
                    <a:pt x="63527" y="314441"/>
                  </a:lnTo>
                  <a:lnTo>
                    <a:pt x="44116" y="354999"/>
                  </a:lnTo>
                  <a:lnTo>
                    <a:pt x="28234" y="396593"/>
                  </a:lnTo>
                  <a:lnTo>
                    <a:pt x="15881" y="439015"/>
                  </a:lnTo>
                  <a:lnTo>
                    <a:pt x="7058" y="482059"/>
                  </a:lnTo>
                  <a:lnTo>
                    <a:pt x="1764" y="525518"/>
                  </a:lnTo>
                  <a:lnTo>
                    <a:pt x="0" y="569183"/>
                  </a:lnTo>
                  <a:lnTo>
                    <a:pt x="1764" y="612849"/>
                  </a:lnTo>
                  <a:lnTo>
                    <a:pt x="7058" y="656307"/>
                  </a:lnTo>
                  <a:lnTo>
                    <a:pt x="15881" y="699351"/>
                  </a:lnTo>
                  <a:lnTo>
                    <a:pt x="28234" y="741774"/>
                  </a:lnTo>
                  <a:lnTo>
                    <a:pt x="44116" y="783368"/>
                  </a:lnTo>
                  <a:lnTo>
                    <a:pt x="63527" y="823926"/>
                  </a:lnTo>
                  <a:lnTo>
                    <a:pt x="86467" y="863241"/>
                  </a:lnTo>
                  <a:lnTo>
                    <a:pt x="112937" y="901106"/>
                  </a:lnTo>
                  <a:lnTo>
                    <a:pt x="142936" y="937314"/>
                  </a:lnTo>
                  <a:lnTo>
                    <a:pt x="176464" y="971657"/>
                  </a:lnTo>
                  <a:lnTo>
                    <a:pt x="212817" y="1003332"/>
                  </a:lnTo>
                  <a:lnTo>
                    <a:pt x="251143" y="1031672"/>
                  </a:lnTo>
                  <a:lnTo>
                    <a:pt x="291224" y="1056679"/>
                  </a:lnTo>
                  <a:lnTo>
                    <a:pt x="332839" y="1078351"/>
                  </a:lnTo>
                  <a:lnTo>
                    <a:pt x="375771" y="1096689"/>
                  </a:lnTo>
                  <a:lnTo>
                    <a:pt x="419798" y="1111693"/>
                  </a:lnTo>
                  <a:lnTo>
                    <a:pt x="464703" y="1123363"/>
                  </a:lnTo>
                  <a:lnTo>
                    <a:pt x="510266" y="1131699"/>
                  </a:lnTo>
                  <a:lnTo>
                    <a:pt x="556267" y="1136700"/>
                  </a:lnTo>
                  <a:lnTo>
                    <a:pt x="602488" y="1138367"/>
                  </a:lnTo>
                  <a:lnTo>
                    <a:pt x="648709" y="1136700"/>
                  </a:lnTo>
                  <a:lnTo>
                    <a:pt x="694710" y="1131699"/>
                  </a:lnTo>
                  <a:lnTo>
                    <a:pt x="740273" y="1123363"/>
                  </a:lnTo>
                  <a:lnTo>
                    <a:pt x="785178" y="1111693"/>
                  </a:lnTo>
                  <a:lnTo>
                    <a:pt x="829206" y="1096689"/>
                  </a:lnTo>
                  <a:lnTo>
                    <a:pt x="872138" y="1078351"/>
                  </a:lnTo>
                  <a:lnTo>
                    <a:pt x="913754" y="1056679"/>
                  </a:lnTo>
                  <a:lnTo>
                    <a:pt x="953835" y="1031672"/>
                  </a:lnTo>
                  <a:lnTo>
                    <a:pt x="992162" y="1003332"/>
                  </a:lnTo>
                  <a:lnTo>
                    <a:pt x="1028516" y="971657"/>
                  </a:lnTo>
                  <a:lnTo>
                    <a:pt x="1062043" y="937314"/>
                  </a:lnTo>
                  <a:lnTo>
                    <a:pt x="1092041" y="901106"/>
                  </a:lnTo>
                  <a:lnTo>
                    <a:pt x="1118510" y="863241"/>
                  </a:lnTo>
                  <a:lnTo>
                    <a:pt x="1141450" y="823926"/>
                  </a:lnTo>
                  <a:lnTo>
                    <a:pt x="1160861" y="783368"/>
                  </a:lnTo>
                  <a:lnTo>
                    <a:pt x="1176742" y="741774"/>
                  </a:lnTo>
                  <a:lnTo>
                    <a:pt x="1189095" y="699351"/>
                  </a:lnTo>
                  <a:lnTo>
                    <a:pt x="1197918" y="656307"/>
                  </a:lnTo>
                  <a:lnTo>
                    <a:pt x="1203212" y="612849"/>
                  </a:lnTo>
                  <a:lnTo>
                    <a:pt x="1204976" y="569183"/>
                  </a:lnTo>
                  <a:lnTo>
                    <a:pt x="1203212" y="525518"/>
                  </a:lnTo>
                  <a:lnTo>
                    <a:pt x="1197918" y="482059"/>
                  </a:lnTo>
                  <a:lnTo>
                    <a:pt x="1189095" y="439015"/>
                  </a:lnTo>
                  <a:lnTo>
                    <a:pt x="1176742" y="396593"/>
                  </a:lnTo>
                  <a:lnTo>
                    <a:pt x="1160861" y="354999"/>
                  </a:lnTo>
                  <a:lnTo>
                    <a:pt x="1141450" y="314441"/>
                  </a:lnTo>
                  <a:lnTo>
                    <a:pt x="1118510" y="275126"/>
                  </a:lnTo>
                  <a:lnTo>
                    <a:pt x="1092041" y="237261"/>
                  </a:lnTo>
                  <a:lnTo>
                    <a:pt x="1062043" y="201053"/>
                  </a:lnTo>
                  <a:lnTo>
                    <a:pt x="1028516" y="166710"/>
                  </a:lnTo>
                  <a:lnTo>
                    <a:pt x="992162" y="135035"/>
                  </a:lnTo>
                  <a:lnTo>
                    <a:pt x="953835" y="106694"/>
                  </a:lnTo>
                  <a:lnTo>
                    <a:pt x="913754" y="81687"/>
                  </a:lnTo>
                  <a:lnTo>
                    <a:pt x="872138" y="60015"/>
                  </a:lnTo>
                  <a:lnTo>
                    <a:pt x="829206" y="41677"/>
                  </a:lnTo>
                  <a:lnTo>
                    <a:pt x="785178" y="26673"/>
                  </a:lnTo>
                  <a:lnTo>
                    <a:pt x="740273" y="15003"/>
                  </a:lnTo>
                  <a:lnTo>
                    <a:pt x="694710" y="6668"/>
                  </a:lnTo>
                  <a:lnTo>
                    <a:pt x="648709" y="1667"/>
                  </a:lnTo>
                  <a:lnTo>
                    <a:pt x="602488" y="0"/>
                  </a:lnTo>
                  <a:close/>
                </a:path>
              </a:pathLst>
            </a:custGeom>
            <a:solidFill>
              <a:srgbClr val="8AB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569247" y="7398356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30756" y="2415365"/>
            <a:ext cx="1152882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67" dirty="0">
                <a:solidFill>
                  <a:srgbClr val="FFFFFF"/>
                </a:solidFill>
                <a:latin typeface="Arial"/>
                <a:cs typeface="Arial"/>
              </a:rPr>
              <a:t>pasta*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31441" y="9753849"/>
            <a:ext cx="2583783" cy="2569320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26" dirty="0">
                <a:solidFill>
                  <a:srgbClr val="FFFFFF"/>
                </a:solidFill>
                <a:latin typeface="Calibri"/>
                <a:cs typeface="Calibri"/>
              </a:rPr>
              <a:t>4T57F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600">
              <a:latin typeface="Calibri"/>
              <a:cs typeface="Calibri"/>
            </a:endParaRPr>
          </a:p>
          <a:p>
            <a:pPr marL="1567981">
              <a:spcBef>
                <a:spcPts val="6"/>
              </a:spcBef>
            </a:pPr>
            <a:r>
              <a:rPr sz="4000" b="1" spc="-661" dirty="0">
                <a:solidFill>
                  <a:srgbClr val="FFFFFF"/>
                </a:solidFill>
                <a:latin typeface="Calibri"/>
                <a:cs typeface="Calibri"/>
              </a:rPr>
              <a:t>3G39H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840670" y="10844120"/>
            <a:ext cx="798624" cy="798624"/>
            <a:chOff x="10586902" y="8941378"/>
            <a:chExt cx="658495" cy="658495"/>
          </a:xfrm>
        </p:grpSpPr>
        <p:sp>
          <p:nvSpPr>
            <p:cNvPr id="12" name="object 12"/>
            <p:cNvSpPr/>
            <p:nvPr/>
          </p:nvSpPr>
          <p:spPr>
            <a:xfrm>
              <a:off x="10613079" y="8967555"/>
              <a:ext cx="499745" cy="499745"/>
            </a:xfrm>
            <a:custGeom>
              <a:avLst/>
              <a:gdLst/>
              <a:ahLst/>
              <a:cxnLst/>
              <a:rect l="l" t="t" r="r" b="b"/>
              <a:pathLst>
                <a:path w="499745" h="499745">
                  <a:moveTo>
                    <a:pt x="0" y="0"/>
                  </a:moveTo>
                  <a:lnTo>
                    <a:pt x="481237" y="481237"/>
                  </a:lnTo>
                  <a:lnTo>
                    <a:pt x="499747" y="499747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018795" y="937327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1"/>
                  </a:lnTo>
                  <a:lnTo>
                    <a:pt x="226569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1977927" y="4752955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394" y="0"/>
                </a:moveTo>
                <a:lnTo>
                  <a:pt x="556174" y="1674"/>
                </a:lnTo>
                <a:lnTo>
                  <a:pt x="510174" y="6683"/>
                </a:lnTo>
                <a:lnTo>
                  <a:pt x="464613" y="15026"/>
                </a:lnTo>
                <a:lnTo>
                  <a:pt x="419710" y="26703"/>
                </a:lnTo>
                <a:lnTo>
                  <a:pt x="375685" y="41714"/>
                </a:lnTo>
                <a:lnTo>
                  <a:pt x="332757" y="60059"/>
                </a:lnTo>
                <a:lnTo>
                  <a:pt x="291145" y="81738"/>
                </a:lnTo>
                <a:lnTo>
                  <a:pt x="251068" y="106751"/>
                </a:lnTo>
                <a:lnTo>
                  <a:pt x="212747" y="135098"/>
                </a:lnTo>
                <a:lnTo>
                  <a:pt x="176399" y="166779"/>
                </a:lnTo>
                <a:lnTo>
                  <a:pt x="142876" y="201128"/>
                </a:lnTo>
                <a:lnTo>
                  <a:pt x="112883" y="237340"/>
                </a:lnTo>
                <a:lnTo>
                  <a:pt x="86420" y="275210"/>
                </a:lnTo>
                <a:lnTo>
                  <a:pt x="63486" y="314528"/>
                </a:lnTo>
                <a:lnTo>
                  <a:pt x="44081" y="355090"/>
                </a:lnTo>
                <a:lnTo>
                  <a:pt x="28206" y="396686"/>
                </a:lnTo>
                <a:lnTo>
                  <a:pt x="15860" y="439111"/>
                </a:lnTo>
                <a:lnTo>
                  <a:pt x="7044" y="482156"/>
                </a:lnTo>
                <a:lnTo>
                  <a:pt x="1757" y="525615"/>
                </a:lnTo>
                <a:lnTo>
                  <a:pt x="0" y="569281"/>
                </a:lnTo>
                <a:lnTo>
                  <a:pt x="1771" y="612946"/>
                </a:lnTo>
                <a:lnTo>
                  <a:pt x="7072" y="656404"/>
                </a:lnTo>
                <a:lnTo>
                  <a:pt x="15902" y="699446"/>
                </a:lnTo>
                <a:lnTo>
                  <a:pt x="28262" y="741867"/>
                </a:lnTo>
                <a:lnTo>
                  <a:pt x="44150" y="783458"/>
                </a:lnTo>
                <a:lnTo>
                  <a:pt x="63568" y="824013"/>
                </a:lnTo>
                <a:lnTo>
                  <a:pt x="86515" y="863325"/>
                </a:lnTo>
                <a:lnTo>
                  <a:pt x="112990" y="901185"/>
                </a:lnTo>
                <a:lnTo>
                  <a:pt x="142995" y="937388"/>
                </a:lnTo>
                <a:lnTo>
                  <a:pt x="176529" y="971726"/>
                </a:lnTo>
                <a:lnTo>
                  <a:pt x="212887" y="1003395"/>
                </a:lnTo>
                <a:lnTo>
                  <a:pt x="251218" y="1031730"/>
                </a:lnTo>
                <a:lnTo>
                  <a:pt x="291303" y="1056730"/>
                </a:lnTo>
                <a:lnTo>
                  <a:pt x="332922" y="1078395"/>
                </a:lnTo>
                <a:lnTo>
                  <a:pt x="375856" y="1096726"/>
                </a:lnTo>
                <a:lnTo>
                  <a:pt x="419887" y="1111723"/>
                </a:lnTo>
                <a:lnTo>
                  <a:pt x="464794" y="1123385"/>
                </a:lnTo>
                <a:lnTo>
                  <a:pt x="510358" y="1131713"/>
                </a:lnTo>
                <a:lnTo>
                  <a:pt x="556360" y="1136707"/>
                </a:lnTo>
                <a:lnTo>
                  <a:pt x="602581" y="1138367"/>
                </a:lnTo>
                <a:lnTo>
                  <a:pt x="648802" y="1136692"/>
                </a:lnTo>
                <a:lnTo>
                  <a:pt x="694802" y="1131684"/>
                </a:lnTo>
                <a:lnTo>
                  <a:pt x="740364" y="1123341"/>
                </a:lnTo>
                <a:lnTo>
                  <a:pt x="785267" y="1111664"/>
                </a:lnTo>
                <a:lnTo>
                  <a:pt x="829292" y="1096653"/>
                </a:lnTo>
                <a:lnTo>
                  <a:pt x="872220" y="1078308"/>
                </a:lnTo>
                <a:lnTo>
                  <a:pt x="913833" y="1056629"/>
                </a:lnTo>
                <a:lnTo>
                  <a:pt x="953909" y="1031616"/>
                </a:lnTo>
                <a:lnTo>
                  <a:pt x="992231" y="1003269"/>
                </a:lnTo>
                <a:lnTo>
                  <a:pt x="1028578" y="971588"/>
                </a:lnTo>
                <a:lnTo>
                  <a:pt x="1062101" y="937239"/>
                </a:lnTo>
                <a:lnTo>
                  <a:pt x="1092094" y="901027"/>
                </a:lnTo>
                <a:lnTo>
                  <a:pt x="1118557" y="863158"/>
                </a:lnTo>
                <a:lnTo>
                  <a:pt x="1141491" y="823839"/>
                </a:lnTo>
                <a:lnTo>
                  <a:pt x="1160895" y="783278"/>
                </a:lnTo>
                <a:lnTo>
                  <a:pt x="1176770" y="741681"/>
                </a:lnTo>
                <a:lnTo>
                  <a:pt x="1189115" y="699257"/>
                </a:lnTo>
                <a:lnTo>
                  <a:pt x="1197931" y="656211"/>
                </a:lnTo>
                <a:lnTo>
                  <a:pt x="1203218" y="612752"/>
                </a:lnTo>
                <a:lnTo>
                  <a:pt x="1204975" y="569086"/>
                </a:lnTo>
                <a:lnTo>
                  <a:pt x="1203203" y="525421"/>
                </a:lnTo>
                <a:lnTo>
                  <a:pt x="1197901" y="481964"/>
                </a:lnTo>
                <a:lnTo>
                  <a:pt x="1189071" y="438921"/>
                </a:lnTo>
                <a:lnTo>
                  <a:pt x="1176711" y="396500"/>
                </a:lnTo>
                <a:lnTo>
                  <a:pt x="1160822" y="354909"/>
                </a:lnTo>
                <a:lnTo>
                  <a:pt x="1141404" y="314354"/>
                </a:lnTo>
                <a:lnTo>
                  <a:pt x="1118457" y="275043"/>
                </a:lnTo>
                <a:lnTo>
                  <a:pt x="1091981" y="237182"/>
                </a:lnTo>
                <a:lnTo>
                  <a:pt x="1061976" y="200979"/>
                </a:lnTo>
                <a:lnTo>
                  <a:pt x="1028442" y="166641"/>
                </a:lnTo>
                <a:lnTo>
                  <a:pt x="992084" y="134972"/>
                </a:lnTo>
                <a:lnTo>
                  <a:pt x="953753" y="106637"/>
                </a:lnTo>
                <a:lnTo>
                  <a:pt x="913669" y="81637"/>
                </a:lnTo>
                <a:lnTo>
                  <a:pt x="872050" y="59972"/>
                </a:lnTo>
                <a:lnTo>
                  <a:pt x="829116" y="41640"/>
                </a:lnTo>
                <a:lnTo>
                  <a:pt x="785086" y="26644"/>
                </a:lnTo>
                <a:lnTo>
                  <a:pt x="740180" y="14981"/>
                </a:lnTo>
                <a:lnTo>
                  <a:pt x="694616" y="6653"/>
                </a:lnTo>
                <a:lnTo>
                  <a:pt x="648614" y="1659"/>
                </a:lnTo>
                <a:lnTo>
                  <a:pt x="602394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184659" y="4980354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579095" y="6187685"/>
            <a:ext cx="259534" cy="789382"/>
            <a:chOff x="10371224" y="5101975"/>
            <a:chExt cx="213995" cy="650875"/>
          </a:xfrm>
        </p:grpSpPr>
        <p:sp>
          <p:nvSpPr>
            <p:cNvPr id="17" name="object 17"/>
            <p:cNvSpPr/>
            <p:nvPr/>
          </p:nvSpPr>
          <p:spPr>
            <a:xfrm>
              <a:off x="10478026" y="5101975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71224" y="5539160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5" y="0"/>
                  </a:moveTo>
                  <a:lnTo>
                    <a:pt x="0" y="0"/>
                  </a:lnTo>
                  <a:lnTo>
                    <a:pt x="106801" y="213606"/>
                  </a:lnTo>
                  <a:lnTo>
                    <a:pt x="213605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1977927" y="2307114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5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1" y="41677"/>
                </a:lnTo>
                <a:lnTo>
                  <a:pt x="332839" y="60015"/>
                </a:lnTo>
                <a:lnTo>
                  <a:pt x="291224" y="81687"/>
                </a:lnTo>
                <a:lnTo>
                  <a:pt x="251143" y="106694"/>
                </a:lnTo>
                <a:lnTo>
                  <a:pt x="212817" y="135035"/>
                </a:lnTo>
                <a:lnTo>
                  <a:pt x="176464" y="166710"/>
                </a:lnTo>
                <a:lnTo>
                  <a:pt x="142936" y="201053"/>
                </a:lnTo>
                <a:lnTo>
                  <a:pt x="112937" y="237261"/>
                </a:lnTo>
                <a:lnTo>
                  <a:pt x="86467" y="275126"/>
                </a:lnTo>
                <a:lnTo>
                  <a:pt x="63527" y="314441"/>
                </a:lnTo>
                <a:lnTo>
                  <a:pt x="44116" y="354999"/>
                </a:lnTo>
                <a:lnTo>
                  <a:pt x="28234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4"/>
                </a:lnTo>
                <a:lnTo>
                  <a:pt x="44116" y="783368"/>
                </a:lnTo>
                <a:lnTo>
                  <a:pt x="63527" y="823926"/>
                </a:lnTo>
                <a:lnTo>
                  <a:pt x="86467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4" y="971657"/>
                </a:lnTo>
                <a:lnTo>
                  <a:pt x="212817" y="1003332"/>
                </a:lnTo>
                <a:lnTo>
                  <a:pt x="251143" y="1031672"/>
                </a:lnTo>
                <a:lnTo>
                  <a:pt x="291224" y="1056679"/>
                </a:lnTo>
                <a:lnTo>
                  <a:pt x="332839" y="1078351"/>
                </a:lnTo>
                <a:lnTo>
                  <a:pt x="375771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9" y="1136700"/>
                </a:lnTo>
                <a:lnTo>
                  <a:pt x="694710" y="1131699"/>
                </a:lnTo>
                <a:lnTo>
                  <a:pt x="740273" y="1123363"/>
                </a:lnTo>
                <a:lnTo>
                  <a:pt x="785178" y="1111693"/>
                </a:lnTo>
                <a:lnTo>
                  <a:pt x="829206" y="1096689"/>
                </a:lnTo>
                <a:lnTo>
                  <a:pt x="872138" y="1078351"/>
                </a:lnTo>
                <a:lnTo>
                  <a:pt x="913754" y="1056679"/>
                </a:lnTo>
                <a:lnTo>
                  <a:pt x="953835" y="1031672"/>
                </a:lnTo>
                <a:lnTo>
                  <a:pt x="992162" y="1003332"/>
                </a:lnTo>
                <a:lnTo>
                  <a:pt x="1028516" y="971657"/>
                </a:lnTo>
                <a:lnTo>
                  <a:pt x="1062043" y="937314"/>
                </a:lnTo>
                <a:lnTo>
                  <a:pt x="1092041" y="901106"/>
                </a:lnTo>
                <a:lnTo>
                  <a:pt x="1118510" y="863241"/>
                </a:lnTo>
                <a:lnTo>
                  <a:pt x="1141450" y="823926"/>
                </a:lnTo>
                <a:lnTo>
                  <a:pt x="1160861" y="783368"/>
                </a:lnTo>
                <a:lnTo>
                  <a:pt x="1176742" y="741774"/>
                </a:lnTo>
                <a:lnTo>
                  <a:pt x="1189095" y="699351"/>
                </a:lnTo>
                <a:lnTo>
                  <a:pt x="1197918" y="656307"/>
                </a:lnTo>
                <a:lnTo>
                  <a:pt x="1203212" y="612849"/>
                </a:lnTo>
                <a:lnTo>
                  <a:pt x="1204976" y="569183"/>
                </a:lnTo>
                <a:lnTo>
                  <a:pt x="1203212" y="525518"/>
                </a:lnTo>
                <a:lnTo>
                  <a:pt x="1197918" y="482059"/>
                </a:lnTo>
                <a:lnTo>
                  <a:pt x="1189095" y="439015"/>
                </a:lnTo>
                <a:lnTo>
                  <a:pt x="1176742" y="396593"/>
                </a:lnTo>
                <a:lnTo>
                  <a:pt x="1160861" y="354999"/>
                </a:lnTo>
                <a:lnTo>
                  <a:pt x="1141450" y="314441"/>
                </a:lnTo>
                <a:lnTo>
                  <a:pt x="1118510" y="275126"/>
                </a:lnTo>
                <a:lnTo>
                  <a:pt x="1092041" y="237261"/>
                </a:lnTo>
                <a:lnTo>
                  <a:pt x="1062043" y="201053"/>
                </a:lnTo>
                <a:lnTo>
                  <a:pt x="1028516" y="166710"/>
                </a:lnTo>
                <a:lnTo>
                  <a:pt x="992162" y="135035"/>
                </a:lnTo>
                <a:lnTo>
                  <a:pt x="953835" y="106694"/>
                </a:lnTo>
                <a:lnTo>
                  <a:pt x="913754" y="81687"/>
                </a:lnTo>
                <a:lnTo>
                  <a:pt x="872138" y="60015"/>
                </a:lnTo>
                <a:lnTo>
                  <a:pt x="829206" y="41677"/>
                </a:lnTo>
                <a:lnTo>
                  <a:pt x="785178" y="26673"/>
                </a:lnTo>
                <a:lnTo>
                  <a:pt x="740273" y="15003"/>
                </a:lnTo>
                <a:lnTo>
                  <a:pt x="694710" y="6668"/>
                </a:lnTo>
                <a:lnTo>
                  <a:pt x="648709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217220" y="2535126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12T7R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977927" y="7031082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1" y="41677"/>
                </a:lnTo>
                <a:lnTo>
                  <a:pt x="332839" y="60015"/>
                </a:lnTo>
                <a:lnTo>
                  <a:pt x="291224" y="81687"/>
                </a:lnTo>
                <a:lnTo>
                  <a:pt x="251143" y="106694"/>
                </a:lnTo>
                <a:lnTo>
                  <a:pt x="212817" y="135035"/>
                </a:lnTo>
                <a:lnTo>
                  <a:pt x="176464" y="166710"/>
                </a:lnTo>
                <a:lnTo>
                  <a:pt x="142936" y="201053"/>
                </a:lnTo>
                <a:lnTo>
                  <a:pt x="112937" y="237260"/>
                </a:lnTo>
                <a:lnTo>
                  <a:pt x="86467" y="275125"/>
                </a:lnTo>
                <a:lnTo>
                  <a:pt x="63527" y="314440"/>
                </a:lnTo>
                <a:lnTo>
                  <a:pt x="44116" y="354998"/>
                </a:lnTo>
                <a:lnTo>
                  <a:pt x="28234" y="396592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7"/>
                </a:lnTo>
                <a:lnTo>
                  <a:pt x="0" y="569183"/>
                </a:lnTo>
                <a:lnTo>
                  <a:pt x="1764" y="612848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3"/>
                </a:lnTo>
                <a:lnTo>
                  <a:pt x="44116" y="783367"/>
                </a:lnTo>
                <a:lnTo>
                  <a:pt x="63527" y="823926"/>
                </a:lnTo>
                <a:lnTo>
                  <a:pt x="86467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4" y="971657"/>
                </a:lnTo>
                <a:lnTo>
                  <a:pt x="212817" y="1003332"/>
                </a:lnTo>
                <a:lnTo>
                  <a:pt x="251143" y="1031672"/>
                </a:lnTo>
                <a:lnTo>
                  <a:pt x="291224" y="1056679"/>
                </a:lnTo>
                <a:lnTo>
                  <a:pt x="332839" y="1078351"/>
                </a:lnTo>
                <a:lnTo>
                  <a:pt x="375771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9" y="1136700"/>
                </a:lnTo>
                <a:lnTo>
                  <a:pt x="694710" y="1131699"/>
                </a:lnTo>
                <a:lnTo>
                  <a:pt x="740273" y="1123363"/>
                </a:lnTo>
                <a:lnTo>
                  <a:pt x="785178" y="1111693"/>
                </a:lnTo>
                <a:lnTo>
                  <a:pt x="829206" y="1096689"/>
                </a:lnTo>
                <a:lnTo>
                  <a:pt x="872138" y="1078351"/>
                </a:lnTo>
                <a:lnTo>
                  <a:pt x="913754" y="1056679"/>
                </a:lnTo>
                <a:lnTo>
                  <a:pt x="953835" y="1031672"/>
                </a:lnTo>
                <a:lnTo>
                  <a:pt x="992162" y="1003332"/>
                </a:lnTo>
                <a:lnTo>
                  <a:pt x="1028516" y="971657"/>
                </a:lnTo>
                <a:lnTo>
                  <a:pt x="1062043" y="937314"/>
                </a:lnTo>
                <a:lnTo>
                  <a:pt x="1092041" y="901106"/>
                </a:lnTo>
                <a:lnTo>
                  <a:pt x="1118510" y="863241"/>
                </a:lnTo>
                <a:lnTo>
                  <a:pt x="1141450" y="823926"/>
                </a:lnTo>
                <a:lnTo>
                  <a:pt x="1160861" y="783367"/>
                </a:lnTo>
                <a:lnTo>
                  <a:pt x="1176742" y="741773"/>
                </a:lnTo>
                <a:lnTo>
                  <a:pt x="1189095" y="699351"/>
                </a:lnTo>
                <a:lnTo>
                  <a:pt x="1197918" y="656307"/>
                </a:lnTo>
                <a:lnTo>
                  <a:pt x="1203212" y="612848"/>
                </a:lnTo>
                <a:lnTo>
                  <a:pt x="1204976" y="569183"/>
                </a:lnTo>
                <a:lnTo>
                  <a:pt x="1203212" y="525517"/>
                </a:lnTo>
                <a:lnTo>
                  <a:pt x="1197918" y="482059"/>
                </a:lnTo>
                <a:lnTo>
                  <a:pt x="1189095" y="439015"/>
                </a:lnTo>
                <a:lnTo>
                  <a:pt x="1176742" y="396592"/>
                </a:lnTo>
                <a:lnTo>
                  <a:pt x="1160861" y="354998"/>
                </a:lnTo>
                <a:lnTo>
                  <a:pt x="1141450" y="314440"/>
                </a:lnTo>
                <a:lnTo>
                  <a:pt x="1118510" y="275125"/>
                </a:lnTo>
                <a:lnTo>
                  <a:pt x="1092041" y="237260"/>
                </a:lnTo>
                <a:lnTo>
                  <a:pt x="1062043" y="201053"/>
                </a:lnTo>
                <a:lnTo>
                  <a:pt x="1028516" y="166710"/>
                </a:lnTo>
                <a:lnTo>
                  <a:pt x="992162" y="135035"/>
                </a:lnTo>
                <a:lnTo>
                  <a:pt x="953835" y="106694"/>
                </a:lnTo>
                <a:lnTo>
                  <a:pt x="913754" y="81687"/>
                </a:lnTo>
                <a:lnTo>
                  <a:pt x="872138" y="60015"/>
                </a:lnTo>
                <a:lnTo>
                  <a:pt x="829206" y="41677"/>
                </a:lnTo>
                <a:lnTo>
                  <a:pt x="785178" y="26673"/>
                </a:lnTo>
                <a:lnTo>
                  <a:pt x="740273" y="15003"/>
                </a:lnTo>
                <a:lnTo>
                  <a:pt x="694710" y="6668"/>
                </a:lnTo>
                <a:lnTo>
                  <a:pt x="648709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216965" y="7259095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Z657B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579095" y="3800079"/>
            <a:ext cx="259534" cy="789382"/>
            <a:chOff x="10371224" y="3133305"/>
            <a:chExt cx="213995" cy="650875"/>
          </a:xfrm>
        </p:grpSpPr>
        <p:sp>
          <p:nvSpPr>
            <p:cNvPr id="24" name="object 24"/>
            <p:cNvSpPr/>
            <p:nvPr/>
          </p:nvSpPr>
          <p:spPr>
            <a:xfrm>
              <a:off x="10478026" y="3133305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71224" y="3570490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5" y="0"/>
                  </a:moveTo>
                  <a:lnTo>
                    <a:pt x="0" y="0"/>
                  </a:lnTo>
                  <a:lnTo>
                    <a:pt x="106801" y="213606"/>
                  </a:lnTo>
                  <a:lnTo>
                    <a:pt x="213605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2576845" y="8575292"/>
            <a:ext cx="259534" cy="789382"/>
            <a:chOff x="10369369" y="7070645"/>
            <a:chExt cx="213995" cy="650875"/>
          </a:xfrm>
        </p:grpSpPr>
        <p:sp>
          <p:nvSpPr>
            <p:cNvPr id="27" name="object 27"/>
            <p:cNvSpPr/>
            <p:nvPr/>
          </p:nvSpPr>
          <p:spPr>
            <a:xfrm>
              <a:off x="10476173" y="7070645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369369" y="7507829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7" y="0"/>
                  </a:moveTo>
                  <a:lnTo>
                    <a:pt x="0" y="0"/>
                  </a:lnTo>
                  <a:lnTo>
                    <a:pt x="106804" y="213606"/>
                  </a:lnTo>
                  <a:lnTo>
                    <a:pt x="213607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60033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7142692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90675"/>
            <a:ext cx="14204040" cy="5185421"/>
          </a:xfrm>
          <a:prstGeom prst="rect">
            <a:avLst/>
          </a:prstGeom>
        </p:spPr>
        <p:txBody>
          <a:bodyPr vert="horz" wrap="square" lIns="0" tIns="14632" rIns="0" bIns="0" rtlCol="0" anchor="t">
            <a:spAutoFit/>
          </a:bodyPr>
          <a:lstStyle/>
          <a:p>
            <a:pPr marL="15240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09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188" dirty="0">
                <a:solidFill>
                  <a:srgbClr val="838787"/>
                </a:solidFill>
                <a:latin typeface="Arial"/>
                <a:cs typeface="Arial"/>
              </a:rPr>
              <a:t>Demo</a:t>
            </a:r>
            <a:endParaRPr lang="en-US" sz="39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55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346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900" spc="-12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230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900" spc="-121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236" dirty="0">
                <a:solidFill>
                  <a:srgbClr val="838787"/>
                </a:solidFill>
                <a:latin typeface="Arial"/>
                <a:cs typeface="Arial"/>
              </a:rPr>
              <a:t>log</a:t>
            </a:r>
            <a:endParaRPr sz="39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82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176" dirty="0">
                <a:solidFill>
                  <a:srgbClr val="838787"/>
                </a:solidFill>
                <a:latin typeface="Arial"/>
                <a:cs typeface="Arial"/>
              </a:rPr>
              <a:t>Nu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94" dirty="0">
                <a:solidFill>
                  <a:srgbClr val="838787"/>
                </a:solidFill>
                <a:latin typeface="Arial"/>
                <a:cs typeface="Arial"/>
              </a:rPr>
              <a:t>ligger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55" dirty="0">
                <a:solidFill>
                  <a:srgbClr val="838787"/>
                </a:solidFill>
                <a:latin typeface="Arial"/>
                <a:cs typeface="Arial"/>
              </a:rPr>
              <a:t>pasta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46" dirty="0">
                <a:solidFill>
                  <a:srgbClr val="838787"/>
                </a:solidFill>
                <a:latin typeface="Arial"/>
                <a:cs typeface="Arial"/>
              </a:rPr>
              <a:t>på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73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sz="39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900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176" dirty="0">
                <a:solidFill>
                  <a:srgbClr val="838787"/>
                </a:solidFill>
                <a:latin typeface="Arial"/>
                <a:cs typeface="Arial"/>
              </a:rPr>
              <a:t>Men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91" dirty="0">
                <a:solidFill>
                  <a:srgbClr val="838787"/>
                </a:solidFill>
                <a:latin typeface="Arial"/>
                <a:cs typeface="Arial"/>
              </a:rPr>
              <a:t>vi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27" dirty="0">
                <a:solidFill>
                  <a:srgbClr val="838787"/>
                </a:solidFill>
                <a:latin typeface="Arial"/>
                <a:cs typeface="Arial"/>
              </a:rPr>
              <a:t>hade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8" dirty="0">
                <a:solidFill>
                  <a:srgbClr val="838787"/>
                </a:solidFill>
                <a:latin typeface="Arial"/>
                <a:cs typeface="Arial"/>
              </a:rPr>
              <a:t>också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97" dirty="0">
                <a:solidFill>
                  <a:srgbClr val="838787"/>
                </a:solidFill>
                <a:latin typeface="Arial"/>
                <a:cs typeface="Arial"/>
              </a:rPr>
              <a:t>kunnat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46" dirty="0">
                <a:solidFill>
                  <a:srgbClr val="838787"/>
                </a:solidFill>
                <a:latin typeface="Arial"/>
                <a:cs typeface="Arial"/>
              </a:rPr>
              <a:t>lägga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73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46" dirty="0">
                <a:solidFill>
                  <a:srgbClr val="838787"/>
                </a:solidFill>
                <a:latin typeface="Arial"/>
                <a:cs typeface="Arial"/>
              </a:rPr>
              <a:t>på</a:t>
            </a:r>
            <a:r>
              <a:rPr sz="3900" spc="-10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55" dirty="0">
                <a:solidFill>
                  <a:srgbClr val="838787"/>
                </a:solidFill>
                <a:latin typeface="Arial"/>
                <a:cs typeface="Arial"/>
              </a:rPr>
              <a:t>pasta</a:t>
            </a:r>
            <a:endParaRPr sz="39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82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18" dirty="0">
                <a:solidFill>
                  <a:srgbClr val="838787"/>
                </a:solidFill>
                <a:latin typeface="Arial"/>
                <a:cs typeface="Arial"/>
              </a:rPr>
              <a:t>Fråga: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03" dirty="0">
                <a:solidFill>
                  <a:srgbClr val="838787"/>
                </a:solidFill>
                <a:latin typeface="Arial"/>
                <a:cs typeface="Arial"/>
              </a:rPr>
              <a:t>Hur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67" dirty="0">
                <a:solidFill>
                  <a:srgbClr val="838787"/>
                </a:solidFill>
                <a:latin typeface="Arial"/>
                <a:cs typeface="Arial"/>
              </a:rPr>
              <a:t>skulle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91" dirty="0">
                <a:solidFill>
                  <a:srgbClr val="838787"/>
                </a:solidFill>
                <a:latin typeface="Arial"/>
                <a:cs typeface="Arial"/>
              </a:rPr>
              <a:t>vi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212" dirty="0">
                <a:solidFill>
                  <a:srgbClr val="838787"/>
                </a:solidFill>
                <a:latin typeface="Arial"/>
                <a:cs typeface="Arial"/>
              </a:rPr>
              <a:t>gjort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09" dirty="0">
                <a:solidFill>
                  <a:srgbClr val="838787"/>
                </a:solidFill>
                <a:latin typeface="Arial"/>
                <a:cs typeface="Arial"/>
              </a:rPr>
              <a:t>det?</a:t>
            </a:r>
            <a:endParaRPr sz="3900">
              <a:latin typeface="Arial"/>
              <a:cs typeface="Arial"/>
            </a:endParaRPr>
          </a:p>
          <a:p>
            <a:pPr marL="15240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82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18" dirty="0">
                <a:solidFill>
                  <a:srgbClr val="838787"/>
                </a:solidFill>
                <a:latin typeface="Arial"/>
                <a:cs typeface="Arial"/>
              </a:rPr>
              <a:t>Vad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27" dirty="0">
                <a:solidFill>
                  <a:srgbClr val="838787"/>
                </a:solidFill>
                <a:latin typeface="Arial"/>
                <a:cs typeface="Arial"/>
              </a:rPr>
              <a:t>händer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243" dirty="0">
                <a:solidFill>
                  <a:srgbClr val="838787"/>
                </a:solidFill>
                <a:latin typeface="Arial"/>
                <a:cs typeface="Arial"/>
              </a:rPr>
              <a:t>om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91" dirty="0">
                <a:solidFill>
                  <a:srgbClr val="838787"/>
                </a:solidFill>
                <a:latin typeface="Arial"/>
                <a:cs typeface="Arial"/>
              </a:rPr>
              <a:t>vi</a:t>
            </a:r>
            <a:r>
              <a:rPr sz="3900" spc="-109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2" dirty="0">
                <a:solidFill>
                  <a:srgbClr val="838787"/>
                </a:solidFill>
                <a:latin typeface="Arial"/>
                <a:cs typeface="Arial"/>
              </a:rPr>
              <a:t>nu?</a:t>
            </a:r>
            <a:endParaRPr sz="39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72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346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230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103" dirty="0">
                <a:solidFill>
                  <a:srgbClr val="838787"/>
                </a:solidFill>
                <a:latin typeface="Arial"/>
                <a:cs typeface="Arial"/>
              </a:rPr>
              <a:t>checkout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73" dirty="0">
                <a:solidFill>
                  <a:srgbClr val="838787"/>
                </a:solidFill>
                <a:latin typeface="Arial"/>
                <a:cs typeface="Arial"/>
              </a:rPr>
              <a:t>master</a:t>
            </a:r>
            <a:endParaRPr sz="3900">
              <a:latin typeface="Arial"/>
              <a:cs typeface="Arial"/>
            </a:endParaRPr>
          </a:p>
          <a:p>
            <a:pPr marL="649605">
              <a:spcBef>
                <a:spcPts val="0"/>
              </a:spcBef>
            </a:pPr>
            <a:r>
              <a:rPr sz="6300" spc="-136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6300" spc="864" baseline="-4025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3900" spc="346" dirty="0">
                <a:solidFill>
                  <a:srgbClr val="838787"/>
                </a:solidFill>
                <a:latin typeface="Arial"/>
                <a:cs typeface="Arial"/>
              </a:rPr>
              <a:t>&gt;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230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55" dirty="0">
                <a:solidFill>
                  <a:srgbClr val="838787"/>
                </a:solidFill>
                <a:latin typeface="Arial"/>
                <a:cs typeface="Arial"/>
              </a:rPr>
              <a:t>rebase</a:t>
            </a:r>
            <a:r>
              <a:rPr sz="3900" spc="-115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3900" spc="55" dirty="0">
                <a:solidFill>
                  <a:srgbClr val="838787"/>
                </a:solidFill>
                <a:latin typeface="Arial"/>
                <a:cs typeface="Arial"/>
              </a:rPr>
              <a:t>pasta</a:t>
            </a:r>
            <a:endParaRPr sz="3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89391" y="11404056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30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4" y="15003"/>
                </a:lnTo>
                <a:lnTo>
                  <a:pt x="419799" y="26673"/>
                </a:lnTo>
                <a:lnTo>
                  <a:pt x="375772" y="41677"/>
                </a:lnTo>
                <a:lnTo>
                  <a:pt x="332841" y="60015"/>
                </a:lnTo>
                <a:lnTo>
                  <a:pt x="291226" y="81687"/>
                </a:lnTo>
                <a:lnTo>
                  <a:pt x="251146" y="106694"/>
                </a:lnTo>
                <a:lnTo>
                  <a:pt x="212820" y="135035"/>
                </a:lnTo>
                <a:lnTo>
                  <a:pt x="176468" y="166710"/>
                </a:lnTo>
                <a:lnTo>
                  <a:pt x="142939" y="201053"/>
                </a:lnTo>
                <a:lnTo>
                  <a:pt x="112939" y="237261"/>
                </a:lnTo>
                <a:lnTo>
                  <a:pt x="86469" y="275126"/>
                </a:lnTo>
                <a:lnTo>
                  <a:pt x="63528" y="314441"/>
                </a:lnTo>
                <a:lnTo>
                  <a:pt x="44117" y="354999"/>
                </a:lnTo>
                <a:lnTo>
                  <a:pt x="28234" y="396593"/>
                </a:lnTo>
                <a:lnTo>
                  <a:pt x="15882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2" y="699351"/>
                </a:lnTo>
                <a:lnTo>
                  <a:pt x="28234" y="741774"/>
                </a:lnTo>
                <a:lnTo>
                  <a:pt x="44117" y="783368"/>
                </a:lnTo>
                <a:lnTo>
                  <a:pt x="63528" y="823926"/>
                </a:lnTo>
                <a:lnTo>
                  <a:pt x="86469" y="863241"/>
                </a:lnTo>
                <a:lnTo>
                  <a:pt x="112939" y="901106"/>
                </a:lnTo>
                <a:lnTo>
                  <a:pt x="142939" y="937314"/>
                </a:lnTo>
                <a:lnTo>
                  <a:pt x="176468" y="971657"/>
                </a:lnTo>
                <a:lnTo>
                  <a:pt x="212820" y="1003332"/>
                </a:lnTo>
                <a:lnTo>
                  <a:pt x="251146" y="1031673"/>
                </a:lnTo>
                <a:lnTo>
                  <a:pt x="291226" y="1056679"/>
                </a:lnTo>
                <a:lnTo>
                  <a:pt x="332841" y="1078351"/>
                </a:lnTo>
                <a:lnTo>
                  <a:pt x="375772" y="1096690"/>
                </a:lnTo>
                <a:lnTo>
                  <a:pt x="419799" y="1111693"/>
                </a:lnTo>
                <a:lnTo>
                  <a:pt x="464704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10" y="1131699"/>
                </a:lnTo>
                <a:lnTo>
                  <a:pt x="740273" y="1123363"/>
                </a:lnTo>
                <a:lnTo>
                  <a:pt x="785178" y="1111693"/>
                </a:lnTo>
                <a:lnTo>
                  <a:pt x="829206" y="1096690"/>
                </a:lnTo>
                <a:lnTo>
                  <a:pt x="872137" y="1078351"/>
                </a:lnTo>
                <a:lnTo>
                  <a:pt x="913754" y="1056679"/>
                </a:lnTo>
                <a:lnTo>
                  <a:pt x="953835" y="1031673"/>
                </a:lnTo>
                <a:lnTo>
                  <a:pt x="992162" y="1003332"/>
                </a:lnTo>
                <a:lnTo>
                  <a:pt x="1028515" y="971657"/>
                </a:lnTo>
                <a:lnTo>
                  <a:pt x="1062043" y="937314"/>
                </a:lnTo>
                <a:lnTo>
                  <a:pt x="1092041" y="901106"/>
                </a:lnTo>
                <a:lnTo>
                  <a:pt x="1118510" y="863241"/>
                </a:lnTo>
                <a:lnTo>
                  <a:pt x="1141450" y="823926"/>
                </a:lnTo>
                <a:lnTo>
                  <a:pt x="1160861" y="783368"/>
                </a:lnTo>
                <a:lnTo>
                  <a:pt x="1176742" y="741774"/>
                </a:lnTo>
                <a:lnTo>
                  <a:pt x="1189094" y="699351"/>
                </a:lnTo>
                <a:lnTo>
                  <a:pt x="1197917" y="656307"/>
                </a:lnTo>
                <a:lnTo>
                  <a:pt x="1203211" y="612849"/>
                </a:lnTo>
                <a:lnTo>
                  <a:pt x="1204976" y="569183"/>
                </a:lnTo>
                <a:lnTo>
                  <a:pt x="1203211" y="525518"/>
                </a:lnTo>
                <a:lnTo>
                  <a:pt x="1197917" y="482059"/>
                </a:lnTo>
                <a:lnTo>
                  <a:pt x="1189094" y="439015"/>
                </a:lnTo>
                <a:lnTo>
                  <a:pt x="1176742" y="396593"/>
                </a:lnTo>
                <a:lnTo>
                  <a:pt x="1160861" y="354999"/>
                </a:lnTo>
                <a:lnTo>
                  <a:pt x="1141450" y="314441"/>
                </a:lnTo>
                <a:lnTo>
                  <a:pt x="1118510" y="275126"/>
                </a:lnTo>
                <a:lnTo>
                  <a:pt x="1092041" y="237261"/>
                </a:lnTo>
                <a:lnTo>
                  <a:pt x="1062043" y="201053"/>
                </a:lnTo>
                <a:lnTo>
                  <a:pt x="1028515" y="166710"/>
                </a:lnTo>
                <a:lnTo>
                  <a:pt x="992162" y="135035"/>
                </a:lnTo>
                <a:lnTo>
                  <a:pt x="953835" y="106694"/>
                </a:lnTo>
                <a:lnTo>
                  <a:pt x="913754" y="81687"/>
                </a:lnTo>
                <a:lnTo>
                  <a:pt x="872137" y="60015"/>
                </a:lnTo>
                <a:lnTo>
                  <a:pt x="829206" y="41677"/>
                </a:lnTo>
                <a:lnTo>
                  <a:pt x="785178" y="26673"/>
                </a:lnTo>
                <a:lnTo>
                  <a:pt x="740273" y="15003"/>
                </a:lnTo>
                <a:lnTo>
                  <a:pt x="694710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34A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604810" y="11628794"/>
            <a:ext cx="1031203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61" dirty="0">
                <a:solidFill>
                  <a:srgbClr val="FFFFFF"/>
                </a:solidFill>
                <a:latin typeface="Calibri"/>
                <a:cs typeface="Calibri"/>
              </a:rPr>
              <a:t>3G39H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845039" y="7256551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234286" y="0"/>
                </a:moveTo>
                <a:lnTo>
                  <a:pt x="234286" y="221268"/>
                </a:lnTo>
                <a:lnTo>
                  <a:pt x="0" y="221268"/>
                </a:lnTo>
                <a:lnTo>
                  <a:pt x="0" y="429520"/>
                </a:lnTo>
                <a:lnTo>
                  <a:pt x="234286" y="429520"/>
                </a:lnTo>
                <a:lnTo>
                  <a:pt x="234286" y="650789"/>
                </a:lnTo>
                <a:lnTo>
                  <a:pt x="650786" y="325395"/>
                </a:lnTo>
                <a:lnTo>
                  <a:pt x="234286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4650" y="2236917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416500" y="0"/>
                </a:moveTo>
                <a:lnTo>
                  <a:pt x="0" y="325394"/>
                </a:lnTo>
                <a:lnTo>
                  <a:pt x="416500" y="650789"/>
                </a:lnTo>
                <a:lnTo>
                  <a:pt x="416500" y="429520"/>
                </a:lnTo>
                <a:lnTo>
                  <a:pt x="650786" y="429520"/>
                </a:lnTo>
                <a:lnTo>
                  <a:pt x="650786" y="221268"/>
                </a:lnTo>
                <a:lnTo>
                  <a:pt x="416500" y="221268"/>
                </a:lnTo>
                <a:lnTo>
                  <a:pt x="416500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389544" y="7328157"/>
            <a:ext cx="122604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55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51059" y="2345166"/>
            <a:ext cx="1152882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67" dirty="0">
                <a:solidFill>
                  <a:srgbClr val="FFFFFF"/>
                </a:solidFill>
                <a:latin typeface="Arial"/>
                <a:cs typeface="Arial"/>
              </a:rPr>
              <a:t>pasta*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798227" y="9457968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30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0" y="41677"/>
                </a:lnTo>
                <a:lnTo>
                  <a:pt x="332838" y="60015"/>
                </a:lnTo>
                <a:lnTo>
                  <a:pt x="291222" y="81687"/>
                </a:lnTo>
                <a:lnTo>
                  <a:pt x="251141" y="106694"/>
                </a:lnTo>
                <a:lnTo>
                  <a:pt x="212814" y="135035"/>
                </a:lnTo>
                <a:lnTo>
                  <a:pt x="176460" y="166710"/>
                </a:lnTo>
                <a:lnTo>
                  <a:pt x="142933" y="201053"/>
                </a:lnTo>
                <a:lnTo>
                  <a:pt x="112934" y="237261"/>
                </a:lnTo>
                <a:lnTo>
                  <a:pt x="86465" y="275126"/>
                </a:lnTo>
                <a:lnTo>
                  <a:pt x="63525" y="314441"/>
                </a:lnTo>
                <a:lnTo>
                  <a:pt x="44115" y="354999"/>
                </a:lnTo>
                <a:lnTo>
                  <a:pt x="28233" y="396593"/>
                </a:lnTo>
                <a:lnTo>
                  <a:pt x="15881" y="439016"/>
                </a:lnTo>
                <a:lnTo>
                  <a:pt x="7058" y="482060"/>
                </a:lnTo>
                <a:lnTo>
                  <a:pt x="1764" y="525518"/>
                </a:lnTo>
                <a:lnTo>
                  <a:pt x="0" y="569184"/>
                </a:lnTo>
                <a:lnTo>
                  <a:pt x="1764" y="612849"/>
                </a:lnTo>
                <a:lnTo>
                  <a:pt x="7058" y="656308"/>
                </a:lnTo>
                <a:lnTo>
                  <a:pt x="15881" y="699352"/>
                </a:lnTo>
                <a:lnTo>
                  <a:pt x="28233" y="741774"/>
                </a:lnTo>
                <a:lnTo>
                  <a:pt x="44115" y="783368"/>
                </a:lnTo>
                <a:lnTo>
                  <a:pt x="63525" y="823926"/>
                </a:lnTo>
                <a:lnTo>
                  <a:pt x="86465" y="863241"/>
                </a:lnTo>
                <a:lnTo>
                  <a:pt x="112934" y="901106"/>
                </a:lnTo>
                <a:lnTo>
                  <a:pt x="142933" y="937314"/>
                </a:lnTo>
                <a:lnTo>
                  <a:pt x="176460" y="971657"/>
                </a:lnTo>
                <a:lnTo>
                  <a:pt x="212814" y="1003332"/>
                </a:lnTo>
                <a:lnTo>
                  <a:pt x="251141" y="1031672"/>
                </a:lnTo>
                <a:lnTo>
                  <a:pt x="291222" y="1056679"/>
                </a:lnTo>
                <a:lnTo>
                  <a:pt x="332838" y="1078351"/>
                </a:lnTo>
                <a:lnTo>
                  <a:pt x="375770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09" y="1131699"/>
                </a:lnTo>
                <a:lnTo>
                  <a:pt x="740272" y="1123363"/>
                </a:lnTo>
                <a:lnTo>
                  <a:pt x="785176" y="1111693"/>
                </a:lnTo>
                <a:lnTo>
                  <a:pt x="829204" y="1096689"/>
                </a:lnTo>
                <a:lnTo>
                  <a:pt x="872135" y="1078351"/>
                </a:lnTo>
                <a:lnTo>
                  <a:pt x="913750" y="1056679"/>
                </a:lnTo>
                <a:lnTo>
                  <a:pt x="953830" y="1031672"/>
                </a:lnTo>
                <a:lnTo>
                  <a:pt x="992155" y="1003332"/>
                </a:lnTo>
                <a:lnTo>
                  <a:pt x="1028507" y="971657"/>
                </a:lnTo>
                <a:lnTo>
                  <a:pt x="1062036" y="937314"/>
                </a:lnTo>
                <a:lnTo>
                  <a:pt x="1092036" y="901106"/>
                </a:lnTo>
                <a:lnTo>
                  <a:pt x="1118506" y="863241"/>
                </a:lnTo>
                <a:lnTo>
                  <a:pt x="1141447" y="823926"/>
                </a:lnTo>
                <a:lnTo>
                  <a:pt x="1160859" y="783368"/>
                </a:lnTo>
                <a:lnTo>
                  <a:pt x="1176741" y="741774"/>
                </a:lnTo>
                <a:lnTo>
                  <a:pt x="1189094" y="699352"/>
                </a:lnTo>
                <a:lnTo>
                  <a:pt x="1197917" y="656308"/>
                </a:lnTo>
                <a:lnTo>
                  <a:pt x="1203211" y="612849"/>
                </a:lnTo>
                <a:lnTo>
                  <a:pt x="1204976" y="569184"/>
                </a:lnTo>
                <a:lnTo>
                  <a:pt x="1203211" y="525518"/>
                </a:lnTo>
                <a:lnTo>
                  <a:pt x="1197917" y="482060"/>
                </a:lnTo>
                <a:lnTo>
                  <a:pt x="1189094" y="439016"/>
                </a:lnTo>
                <a:lnTo>
                  <a:pt x="1176741" y="396593"/>
                </a:lnTo>
                <a:lnTo>
                  <a:pt x="1160859" y="354999"/>
                </a:lnTo>
                <a:lnTo>
                  <a:pt x="1141447" y="314441"/>
                </a:lnTo>
                <a:lnTo>
                  <a:pt x="1118506" y="275126"/>
                </a:lnTo>
                <a:lnTo>
                  <a:pt x="1092036" y="237261"/>
                </a:lnTo>
                <a:lnTo>
                  <a:pt x="1062036" y="201053"/>
                </a:lnTo>
                <a:lnTo>
                  <a:pt x="1028507" y="166710"/>
                </a:lnTo>
                <a:lnTo>
                  <a:pt x="992155" y="135035"/>
                </a:lnTo>
                <a:lnTo>
                  <a:pt x="953830" y="106694"/>
                </a:lnTo>
                <a:lnTo>
                  <a:pt x="913750" y="81687"/>
                </a:lnTo>
                <a:lnTo>
                  <a:pt x="872135" y="60015"/>
                </a:lnTo>
                <a:lnTo>
                  <a:pt x="829204" y="41677"/>
                </a:lnTo>
                <a:lnTo>
                  <a:pt x="785176" y="26673"/>
                </a:lnTo>
                <a:lnTo>
                  <a:pt x="740272" y="15003"/>
                </a:lnTo>
                <a:lnTo>
                  <a:pt x="694709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051734" y="9683651"/>
            <a:ext cx="954960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26" dirty="0">
                <a:solidFill>
                  <a:srgbClr val="FFFFFF"/>
                </a:solidFill>
                <a:latin typeface="Calibri"/>
                <a:cs typeface="Calibri"/>
              </a:rPr>
              <a:t>4T57F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660974" y="10773922"/>
            <a:ext cx="798624" cy="798624"/>
            <a:chOff x="14561421" y="8883497"/>
            <a:chExt cx="658495" cy="658495"/>
          </a:xfrm>
        </p:grpSpPr>
        <p:sp>
          <p:nvSpPr>
            <p:cNvPr id="13" name="object 13"/>
            <p:cNvSpPr/>
            <p:nvPr/>
          </p:nvSpPr>
          <p:spPr>
            <a:xfrm>
              <a:off x="14587598" y="8909674"/>
              <a:ext cx="499745" cy="499745"/>
            </a:xfrm>
            <a:custGeom>
              <a:avLst/>
              <a:gdLst/>
              <a:ahLst/>
              <a:cxnLst/>
              <a:rect l="l" t="t" r="r" b="b"/>
              <a:pathLst>
                <a:path w="499744" h="499745">
                  <a:moveTo>
                    <a:pt x="0" y="0"/>
                  </a:moveTo>
                  <a:lnTo>
                    <a:pt x="481237" y="481237"/>
                  </a:lnTo>
                  <a:lnTo>
                    <a:pt x="499747" y="499747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993313" y="9315390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151042" y="0"/>
                  </a:moveTo>
                  <a:lnTo>
                    <a:pt x="0" y="151042"/>
                  </a:lnTo>
                  <a:lnTo>
                    <a:pt x="226569" y="226563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6798227" y="4682757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30" h="1138554">
                <a:moveTo>
                  <a:pt x="602392" y="0"/>
                </a:moveTo>
                <a:lnTo>
                  <a:pt x="556172" y="1674"/>
                </a:lnTo>
                <a:lnTo>
                  <a:pt x="510171" y="6683"/>
                </a:lnTo>
                <a:lnTo>
                  <a:pt x="464610" y="15026"/>
                </a:lnTo>
                <a:lnTo>
                  <a:pt x="419707" y="26703"/>
                </a:lnTo>
                <a:lnTo>
                  <a:pt x="375682" y="41714"/>
                </a:lnTo>
                <a:lnTo>
                  <a:pt x="332754" y="60059"/>
                </a:lnTo>
                <a:lnTo>
                  <a:pt x="291142" y="81738"/>
                </a:lnTo>
                <a:lnTo>
                  <a:pt x="251065" y="106751"/>
                </a:lnTo>
                <a:lnTo>
                  <a:pt x="212744" y="135097"/>
                </a:lnTo>
                <a:lnTo>
                  <a:pt x="176396" y="166778"/>
                </a:lnTo>
                <a:lnTo>
                  <a:pt x="142873" y="201127"/>
                </a:lnTo>
                <a:lnTo>
                  <a:pt x="112880" y="237340"/>
                </a:lnTo>
                <a:lnTo>
                  <a:pt x="86417" y="275209"/>
                </a:lnTo>
                <a:lnTo>
                  <a:pt x="63483" y="314528"/>
                </a:lnTo>
                <a:lnTo>
                  <a:pt x="44079" y="355089"/>
                </a:lnTo>
                <a:lnTo>
                  <a:pt x="28204" y="396686"/>
                </a:lnTo>
                <a:lnTo>
                  <a:pt x="15859" y="439110"/>
                </a:lnTo>
                <a:lnTo>
                  <a:pt x="7043" y="482156"/>
                </a:lnTo>
                <a:lnTo>
                  <a:pt x="1757" y="525615"/>
                </a:lnTo>
                <a:lnTo>
                  <a:pt x="0" y="569281"/>
                </a:lnTo>
                <a:lnTo>
                  <a:pt x="1772" y="612946"/>
                </a:lnTo>
                <a:lnTo>
                  <a:pt x="7073" y="656404"/>
                </a:lnTo>
                <a:lnTo>
                  <a:pt x="15904" y="699446"/>
                </a:lnTo>
                <a:lnTo>
                  <a:pt x="28263" y="741867"/>
                </a:lnTo>
                <a:lnTo>
                  <a:pt x="44152" y="783458"/>
                </a:lnTo>
                <a:lnTo>
                  <a:pt x="63570" y="824013"/>
                </a:lnTo>
                <a:lnTo>
                  <a:pt x="86517" y="863325"/>
                </a:lnTo>
                <a:lnTo>
                  <a:pt x="112993" y="901186"/>
                </a:lnTo>
                <a:lnTo>
                  <a:pt x="142998" y="937389"/>
                </a:lnTo>
                <a:lnTo>
                  <a:pt x="176532" y="971726"/>
                </a:lnTo>
                <a:lnTo>
                  <a:pt x="212890" y="1003395"/>
                </a:lnTo>
                <a:lnTo>
                  <a:pt x="251221" y="1031730"/>
                </a:lnTo>
                <a:lnTo>
                  <a:pt x="291305" y="1056730"/>
                </a:lnTo>
                <a:lnTo>
                  <a:pt x="332924" y="1078395"/>
                </a:lnTo>
                <a:lnTo>
                  <a:pt x="375858" y="1096726"/>
                </a:lnTo>
                <a:lnTo>
                  <a:pt x="419888" y="1111723"/>
                </a:lnTo>
                <a:lnTo>
                  <a:pt x="464794" y="1123386"/>
                </a:lnTo>
                <a:lnTo>
                  <a:pt x="510357" y="1131714"/>
                </a:lnTo>
                <a:lnTo>
                  <a:pt x="556359" y="1136707"/>
                </a:lnTo>
                <a:lnTo>
                  <a:pt x="602579" y="1138367"/>
                </a:lnTo>
                <a:lnTo>
                  <a:pt x="648799" y="1136692"/>
                </a:lnTo>
                <a:lnTo>
                  <a:pt x="694799" y="1131684"/>
                </a:lnTo>
                <a:lnTo>
                  <a:pt x="740361" y="1123341"/>
                </a:lnTo>
                <a:lnTo>
                  <a:pt x="785264" y="1111664"/>
                </a:lnTo>
                <a:lnTo>
                  <a:pt x="829289" y="1096653"/>
                </a:lnTo>
                <a:lnTo>
                  <a:pt x="872218" y="1078308"/>
                </a:lnTo>
                <a:lnTo>
                  <a:pt x="913830" y="1056629"/>
                </a:lnTo>
                <a:lnTo>
                  <a:pt x="953908" y="1031616"/>
                </a:lnTo>
                <a:lnTo>
                  <a:pt x="992230" y="1003269"/>
                </a:lnTo>
                <a:lnTo>
                  <a:pt x="1028579" y="971588"/>
                </a:lnTo>
                <a:lnTo>
                  <a:pt x="1062102" y="937240"/>
                </a:lnTo>
                <a:lnTo>
                  <a:pt x="1092095" y="901027"/>
                </a:lnTo>
                <a:lnTo>
                  <a:pt x="1118558" y="863158"/>
                </a:lnTo>
                <a:lnTo>
                  <a:pt x="1141492" y="823839"/>
                </a:lnTo>
                <a:lnTo>
                  <a:pt x="1160896" y="783278"/>
                </a:lnTo>
                <a:lnTo>
                  <a:pt x="1176771" y="741681"/>
                </a:lnTo>
                <a:lnTo>
                  <a:pt x="1189116" y="699257"/>
                </a:lnTo>
                <a:lnTo>
                  <a:pt x="1197932" y="656211"/>
                </a:lnTo>
                <a:lnTo>
                  <a:pt x="1203219" y="612752"/>
                </a:lnTo>
                <a:lnTo>
                  <a:pt x="1204976" y="569086"/>
                </a:lnTo>
                <a:lnTo>
                  <a:pt x="1203204" y="525421"/>
                </a:lnTo>
                <a:lnTo>
                  <a:pt x="1197902" y="481963"/>
                </a:lnTo>
                <a:lnTo>
                  <a:pt x="1189072" y="438921"/>
                </a:lnTo>
                <a:lnTo>
                  <a:pt x="1176712" y="396500"/>
                </a:lnTo>
                <a:lnTo>
                  <a:pt x="1160823" y="354909"/>
                </a:lnTo>
                <a:lnTo>
                  <a:pt x="1141405" y="314354"/>
                </a:lnTo>
                <a:lnTo>
                  <a:pt x="1118458" y="275042"/>
                </a:lnTo>
                <a:lnTo>
                  <a:pt x="1091982" y="237182"/>
                </a:lnTo>
                <a:lnTo>
                  <a:pt x="1061977" y="200979"/>
                </a:lnTo>
                <a:lnTo>
                  <a:pt x="1028443" y="166641"/>
                </a:lnTo>
                <a:lnTo>
                  <a:pt x="992085" y="134972"/>
                </a:lnTo>
                <a:lnTo>
                  <a:pt x="953754" y="106637"/>
                </a:lnTo>
                <a:lnTo>
                  <a:pt x="913670" y="81637"/>
                </a:lnTo>
                <a:lnTo>
                  <a:pt x="872050" y="59972"/>
                </a:lnTo>
                <a:lnTo>
                  <a:pt x="829116" y="41640"/>
                </a:lnTo>
                <a:lnTo>
                  <a:pt x="785086" y="26644"/>
                </a:lnTo>
                <a:lnTo>
                  <a:pt x="740179" y="14981"/>
                </a:lnTo>
                <a:lnTo>
                  <a:pt x="694615" y="6653"/>
                </a:lnTo>
                <a:lnTo>
                  <a:pt x="648613" y="1659"/>
                </a:lnTo>
                <a:lnTo>
                  <a:pt x="602392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004956" y="4910156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7399397" y="6117487"/>
            <a:ext cx="259534" cy="789382"/>
            <a:chOff x="14345741" y="5044094"/>
            <a:chExt cx="213995" cy="650875"/>
          </a:xfrm>
        </p:grpSpPr>
        <p:sp>
          <p:nvSpPr>
            <p:cNvPr id="18" name="object 18"/>
            <p:cNvSpPr/>
            <p:nvPr/>
          </p:nvSpPr>
          <p:spPr>
            <a:xfrm>
              <a:off x="14452544" y="504409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345741" y="5481279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6798227" y="2236916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30" h="1138555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0" y="41677"/>
                </a:lnTo>
                <a:lnTo>
                  <a:pt x="332838" y="60015"/>
                </a:lnTo>
                <a:lnTo>
                  <a:pt x="291222" y="81687"/>
                </a:lnTo>
                <a:lnTo>
                  <a:pt x="251141" y="106694"/>
                </a:lnTo>
                <a:lnTo>
                  <a:pt x="212814" y="135035"/>
                </a:lnTo>
                <a:lnTo>
                  <a:pt x="176460" y="166710"/>
                </a:lnTo>
                <a:lnTo>
                  <a:pt x="142933" y="201053"/>
                </a:lnTo>
                <a:lnTo>
                  <a:pt x="112934" y="237261"/>
                </a:lnTo>
                <a:lnTo>
                  <a:pt x="86465" y="275126"/>
                </a:lnTo>
                <a:lnTo>
                  <a:pt x="63525" y="314441"/>
                </a:lnTo>
                <a:lnTo>
                  <a:pt x="44115" y="354999"/>
                </a:lnTo>
                <a:lnTo>
                  <a:pt x="28233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3" y="741774"/>
                </a:lnTo>
                <a:lnTo>
                  <a:pt x="44115" y="783368"/>
                </a:lnTo>
                <a:lnTo>
                  <a:pt x="63525" y="823926"/>
                </a:lnTo>
                <a:lnTo>
                  <a:pt x="86465" y="863241"/>
                </a:lnTo>
                <a:lnTo>
                  <a:pt x="112934" y="901106"/>
                </a:lnTo>
                <a:lnTo>
                  <a:pt x="142933" y="937314"/>
                </a:lnTo>
                <a:lnTo>
                  <a:pt x="176460" y="971657"/>
                </a:lnTo>
                <a:lnTo>
                  <a:pt x="212814" y="1003332"/>
                </a:lnTo>
                <a:lnTo>
                  <a:pt x="251141" y="1031672"/>
                </a:lnTo>
                <a:lnTo>
                  <a:pt x="291222" y="1056679"/>
                </a:lnTo>
                <a:lnTo>
                  <a:pt x="332838" y="1078351"/>
                </a:lnTo>
                <a:lnTo>
                  <a:pt x="375770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09" y="1131699"/>
                </a:lnTo>
                <a:lnTo>
                  <a:pt x="740272" y="1123363"/>
                </a:lnTo>
                <a:lnTo>
                  <a:pt x="785176" y="1111693"/>
                </a:lnTo>
                <a:lnTo>
                  <a:pt x="829204" y="1096689"/>
                </a:lnTo>
                <a:lnTo>
                  <a:pt x="872135" y="1078351"/>
                </a:lnTo>
                <a:lnTo>
                  <a:pt x="913750" y="1056679"/>
                </a:lnTo>
                <a:lnTo>
                  <a:pt x="953830" y="1031672"/>
                </a:lnTo>
                <a:lnTo>
                  <a:pt x="992155" y="1003332"/>
                </a:lnTo>
                <a:lnTo>
                  <a:pt x="1028507" y="971657"/>
                </a:lnTo>
                <a:lnTo>
                  <a:pt x="1062036" y="937314"/>
                </a:lnTo>
                <a:lnTo>
                  <a:pt x="1092036" y="901106"/>
                </a:lnTo>
                <a:lnTo>
                  <a:pt x="1118506" y="863241"/>
                </a:lnTo>
                <a:lnTo>
                  <a:pt x="1141447" y="823926"/>
                </a:lnTo>
                <a:lnTo>
                  <a:pt x="1160859" y="783368"/>
                </a:lnTo>
                <a:lnTo>
                  <a:pt x="1176741" y="741774"/>
                </a:lnTo>
                <a:lnTo>
                  <a:pt x="1189094" y="699351"/>
                </a:lnTo>
                <a:lnTo>
                  <a:pt x="1197917" y="656307"/>
                </a:lnTo>
                <a:lnTo>
                  <a:pt x="1203211" y="612849"/>
                </a:lnTo>
                <a:lnTo>
                  <a:pt x="1204976" y="569183"/>
                </a:lnTo>
                <a:lnTo>
                  <a:pt x="1203211" y="525518"/>
                </a:lnTo>
                <a:lnTo>
                  <a:pt x="1197917" y="482059"/>
                </a:lnTo>
                <a:lnTo>
                  <a:pt x="1189094" y="439015"/>
                </a:lnTo>
                <a:lnTo>
                  <a:pt x="1176741" y="396593"/>
                </a:lnTo>
                <a:lnTo>
                  <a:pt x="1160859" y="354999"/>
                </a:lnTo>
                <a:lnTo>
                  <a:pt x="1141447" y="314441"/>
                </a:lnTo>
                <a:lnTo>
                  <a:pt x="1118506" y="275126"/>
                </a:lnTo>
                <a:lnTo>
                  <a:pt x="1092036" y="237261"/>
                </a:lnTo>
                <a:lnTo>
                  <a:pt x="1062036" y="201053"/>
                </a:lnTo>
                <a:lnTo>
                  <a:pt x="1028507" y="166710"/>
                </a:lnTo>
                <a:lnTo>
                  <a:pt x="992155" y="135035"/>
                </a:lnTo>
                <a:lnTo>
                  <a:pt x="953830" y="106694"/>
                </a:lnTo>
                <a:lnTo>
                  <a:pt x="913750" y="81687"/>
                </a:lnTo>
                <a:lnTo>
                  <a:pt x="872135" y="60015"/>
                </a:lnTo>
                <a:lnTo>
                  <a:pt x="829204" y="41677"/>
                </a:lnTo>
                <a:lnTo>
                  <a:pt x="785176" y="26673"/>
                </a:lnTo>
                <a:lnTo>
                  <a:pt x="740272" y="15003"/>
                </a:lnTo>
                <a:lnTo>
                  <a:pt x="694709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037525" y="2464928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12T7R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798227" y="6960882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30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0" y="41677"/>
                </a:lnTo>
                <a:lnTo>
                  <a:pt x="332838" y="60015"/>
                </a:lnTo>
                <a:lnTo>
                  <a:pt x="291222" y="81687"/>
                </a:lnTo>
                <a:lnTo>
                  <a:pt x="251141" y="106694"/>
                </a:lnTo>
                <a:lnTo>
                  <a:pt x="212814" y="135035"/>
                </a:lnTo>
                <a:lnTo>
                  <a:pt x="176460" y="166710"/>
                </a:lnTo>
                <a:lnTo>
                  <a:pt x="142933" y="201053"/>
                </a:lnTo>
                <a:lnTo>
                  <a:pt x="112934" y="237261"/>
                </a:lnTo>
                <a:lnTo>
                  <a:pt x="86465" y="275126"/>
                </a:lnTo>
                <a:lnTo>
                  <a:pt x="63525" y="314441"/>
                </a:lnTo>
                <a:lnTo>
                  <a:pt x="44115" y="354999"/>
                </a:lnTo>
                <a:lnTo>
                  <a:pt x="28233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3" y="741774"/>
                </a:lnTo>
                <a:lnTo>
                  <a:pt x="44115" y="783368"/>
                </a:lnTo>
                <a:lnTo>
                  <a:pt x="63525" y="823926"/>
                </a:lnTo>
                <a:lnTo>
                  <a:pt x="86465" y="863241"/>
                </a:lnTo>
                <a:lnTo>
                  <a:pt x="112934" y="901106"/>
                </a:lnTo>
                <a:lnTo>
                  <a:pt x="142933" y="937314"/>
                </a:lnTo>
                <a:lnTo>
                  <a:pt x="176460" y="971657"/>
                </a:lnTo>
                <a:lnTo>
                  <a:pt x="212814" y="1003332"/>
                </a:lnTo>
                <a:lnTo>
                  <a:pt x="251141" y="1031672"/>
                </a:lnTo>
                <a:lnTo>
                  <a:pt x="291222" y="1056679"/>
                </a:lnTo>
                <a:lnTo>
                  <a:pt x="332838" y="1078351"/>
                </a:lnTo>
                <a:lnTo>
                  <a:pt x="375770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8" y="1136700"/>
                </a:lnTo>
                <a:lnTo>
                  <a:pt x="694709" y="1131699"/>
                </a:lnTo>
                <a:lnTo>
                  <a:pt x="740272" y="1123363"/>
                </a:lnTo>
                <a:lnTo>
                  <a:pt x="785176" y="1111693"/>
                </a:lnTo>
                <a:lnTo>
                  <a:pt x="829204" y="1096689"/>
                </a:lnTo>
                <a:lnTo>
                  <a:pt x="872135" y="1078351"/>
                </a:lnTo>
                <a:lnTo>
                  <a:pt x="913750" y="1056679"/>
                </a:lnTo>
                <a:lnTo>
                  <a:pt x="953830" y="1031672"/>
                </a:lnTo>
                <a:lnTo>
                  <a:pt x="992155" y="1003332"/>
                </a:lnTo>
                <a:lnTo>
                  <a:pt x="1028507" y="971657"/>
                </a:lnTo>
                <a:lnTo>
                  <a:pt x="1062036" y="937314"/>
                </a:lnTo>
                <a:lnTo>
                  <a:pt x="1092036" y="901106"/>
                </a:lnTo>
                <a:lnTo>
                  <a:pt x="1118506" y="863241"/>
                </a:lnTo>
                <a:lnTo>
                  <a:pt x="1141447" y="823926"/>
                </a:lnTo>
                <a:lnTo>
                  <a:pt x="1160859" y="783368"/>
                </a:lnTo>
                <a:lnTo>
                  <a:pt x="1176741" y="741774"/>
                </a:lnTo>
                <a:lnTo>
                  <a:pt x="1189094" y="699351"/>
                </a:lnTo>
                <a:lnTo>
                  <a:pt x="1197917" y="656307"/>
                </a:lnTo>
                <a:lnTo>
                  <a:pt x="1203211" y="612849"/>
                </a:lnTo>
                <a:lnTo>
                  <a:pt x="1204976" y="569183"/>
                </a:lnTo>
                <a:lnTo>
                  <a:pt x="1203211" y="525518"/>
                </a:lnTo>
                <a:lnTo>
                  <a:pt x="1197917" y="482059"/>
                </a:lnTo>
                <a:lnTo>
                  <a:pt x="1189094" y="439015"/>
                </a:lnTo>
                <a:lnTo>
                  <a:pt x="1176741" y="396593"/>
                </a:lnTo>
                <a:lnTo>
                  <a:pt x="1160859" y="354999"/>
                </a:lnTo>
                <a:lnTo>
                  <a:pt x="1141447" y="314441"/>
                </a:lnTo>
                <a:lnTo>
                  <a:pt x="1118506" y="275126"/>
                </a:lnTo>
                <a:lnTo>
                  <a:pt x="1092036" y="237261"/>
                </a:lnTo>
                <a:lnTo>
                  <a:pt x="1062036" y="201053"/>
                </a:lnTo>
                <a:lnTo>
                  <a:pt x="1028507" y="166710"/>
                </a:lnTo>
                <a:lnTo>
                  <a:pt x="992155" y="135035"/>
                </a:lnTo>
                <a:lnTo>
                  <a:pt x="953830" y="106694"/>
                </a:lnTo>
                <a:lnTo>
                  <a:pt x="913750" y="81687"/>
                </a:lnTo>
                <a:lnTo>
                  <a:pt x="872135" y="60015"/>
                </a:lnTo>
                <a:lnTo>
                  <a:pt x="829204" y="41677"/>
                </a:lnTo>
                <a:lnTo>
                  <a:pt x="785176" y="26673"/>
                </a:lnTo>
                <a:lnTo>
                  <a:pt x="740272" y="15003"/>
                </a:lnTo>
                <a:lnTo>
                  <a:pt x="694709" y="6668"/>
                </a:lnTo>
                <a:lnTo>
                  <a:pt x="648708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037270" y="7188897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Z657B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399397" y="3729881"/>
            <a:ext cx="259534" cy="789382"/>
            <a:chOff x="14345741" y="3075424"/>
            <a:chExt cx="213995" cy="650875"/>
          </a:xfrm>
        </p:grpSpPr>
        <p:sp>
          <p:nvSpPr>
            <p:cNvPr id="25" name="object 25"/>
            <p:cNvSpPr/>
            <p:nvPr/>
          </p:nvSpPr>
          <p:spPr>
            <a:xfrm>
              <a:off x="14452544" y="307542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345741" y="3512609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7397148" y="8505094"/>
            <a:ext cx="259534" cy="789382"/>
            <a:chOff x="14343887" y="7012764"/>
            <a:chExt cx="213995" cy="650875"/>
          </a:xfrm>
        </p:grpSpPr>
        <p:sp>
          <p:nvSpPr>
            <p:cNvPr id="28" name="object 28"/>
            <p:cNvSpPr/>
            <p:nvPr/>
          </p:nvSpPr>
          <p:spPr>
            <a:xfrm>
              <a:off x="14450690" y="7012764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343887" y="7449947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213606" y="0"/>
                  </a:moveTo>
                  <a:lnTo>
                    <a:pt x="0" y="0"/>
                  </a:lnTo>
                  <a:lnTo>
                    <a:pt x="106803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6382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3"/>
            <a:ext cx="4832304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826759"/>
            <a:ext cx="10072870" cy="785772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73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38" dirty="0">
                <a:solidFill>
                  <a:srgbClr val="838787"/>
                </a:solidFill>
                <a:latin typeface="Arial"/>
                <a:cs typeface="Arial"/>
              </a:rPr>
              <a:t>Git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55" dirty="0">
                <a:solidFill>
                  <a:srgbClr val="838787"/>
                </a:solidFill>
                <a:latin typeface="Arial"/>
                <a:cs typeface="Arial"/>
              </a:rPr>
              <a:t>gör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03" dirty="0">
                <a:solidFill>
                  <a:srgbClr val="838787"/>
                </a:solidFill>
                <a:latin typeface="Arial"/>
                <a:cs typeface="Arial"/>
              </a:rPr>
              <a:t>en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97" dirty="0">
                <a:solidFill>
                  <a:srgbClr val="838787"/>
                </a:solidFill>
                <a:latin typeface="Arial"/>
                <a:cs typeface="Arial"/>
              </a:rPr>
              <a:t>fast-forward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63624" y="2307115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234283" y="0"/>
                </a:moveTo>
                <a:lnTo>
                  <a:pt x="234283" y="221268"/>
                </a:lnTo>
                <a:lnTo>
                  <a:pt x="0" y="221268"/>
                </a:lnTo>
                <a:lnTo>
                  <a:pt x="0" y="429520"/>
                </a:lnTo>
                <a:lnTo>
                  <a:pt x="234283" y="429520"/>
                </a:lnTo>
                <a:lnTo>
                  <a:pt x="234283" y="650789"/>
                </a:lnTo>
                <a:lnTo>
                  <a:pt x="650789" y="325395"/>
                </a:lnTo>
                <a:lnTo>
                  <a:pt x="234283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664347" y="2307115"/>
            <a:ext cx="789382" cy="789382"/>
          </a:xfrm>
          <a:custGeom>
            <a:avLst/>
            <a:gdLst/>
            <a:ahLst/>
            <a:cxnLst/>
            <a:rect l="l" t="t" r="r" b="b"/>
            <a:pathLst>
              <a:path w="650875" h="650875">
                <a:moveTo>
                  <a:pt x="416510" y="0"/>
                </a:moveTo>
                <a:lnTo>
                  <a:pt x="0" y="325395"/>
                </a:lnTo>
                <a:lnTo>
                  <a:pt x="416510" y="650789"/>
                </a:lnTo>
                <a:lnTo>
                  <a:pt x="416510" y="429520"/>
                </a:lnTo>
                <a:lnTo>
                  <a:pt x="650796" y="429520"/>
                </a:lnTo>
                <a:lnTo>
                  <a:pt x="650796" y="221268"/>
                </a:lnTo>
                <a:lnTo>
                  <a:pt x="416510" y="221268"/>
                </a:lnTo>
                <a:lnTo>
                  <a:pt x="416510" y="0"/>
                </a:lnTo>
                <a:close/>
              </a:path>
            </a:pathLst>
          </a:custGeom>
          <a:solidFill>
            <a:srgbClr val="FDC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1977927" y="9528167"/>
            <a:ext cx="3052792" cy="3326958"/>
            <a:chOff x="9875539" y="7856327"/>
            <a:chExt cx="2517140" cy="2743200"/>
          </a:xfrm>
        </p:grpSpPr>
        <p:sp>
          <p:nvSpPr>
            <p:cNvPr id="7" name="object 7"/>
            <p:cNvSpPr/>
            <p:nvPr/>
          </p:nvSpPr>
          <p:spPr>
            <a:xfrm>
              <a:off x="11187517" y="9460947"/>
              <a:ext cx="1205230" cy="1138555"/>
            </a:xfrm>
            <a:custGeom>
              <a:avLst/>
              <a:gdLst/>
              <a:ahLst/>
              <a:cxnLst/>
              <a:rect l="l" t="t" r="r" b="b"/>
              <a:pathLst>
                <a:path w="1205229" h="1138554">
                  <a:moveTo>
                    <a:pt x="602488" y="0"/>
                  </a:moveTo>
                  <a:lnTo>
                    <a:pt x="556267" y="1667"/>
                  </a:lnTo>
                  <a:lnTo>
                    <a:pt x="510266" y="6668"/>
                  </a:lnTo>
                  <a:lnTo>
                    <a:pt x="464703" y="15003"/>
                  </a:lnTo>
                  <a:lnTo>
                    <a:pt x="419798" y="26673"/>
                  </a:lnTo>
                  <a:lnTo>
                    <a:pt x="375770" y="41677"/>
                  </a:lnTo>
                  <a:lnTo>
                    <a:pt x="332838" y="60015"/>
                  </a:lnTo>
                  <a:lnTo>
                    <a:pt x="291222" y="81687"/>
                  </a:lnTo>
                  <a:lnTo>
                    <a:pt x="251141" y="106694"/>
                  </a:lnTo>
                  <a:lnTo>
                    <a:pt x="212814" y="135035"/>
                  </a:lnTo>
                  <a:lnTo>
                    <a:pt x="176460" y="166710"/>
                  </a:lnTo>
                  <a:lnTo>
                    <a:pt x="142933" y="201053"/>
                  </a:lnTo>
                  <a:lnTo>
                    <a:pt x="112934" y="237261"/>
                  </a:lnTo>
                  <a:lnTo>
                    <a:pt x="86465" y="275126"/>
                  </a:lnTo>
                  <a:lnTo>
                    <a:pt x="63525" y="314441"/>
                  </a:lnTo>
                  <a:lnTo>
                    <a:pt x="44115" y="354999"/>
                  </a:lnTo>
                  <a:lnTo>
                    <a:pt x="28233" y="396593"/>
                  </a:lnTo>
                  <a:lnTo>
                    <a:pt x="15881" y="439016"/>
                  </a:lnTo>
                  <a:lnTo>
                    <a:pt x="7058" y="482060"/>
                  </a:lnTo>
                  <a:lnTo>
                    <a:pt x="1764" y="525518"/>
                  </a:lnTo>
                  <a:lnTo>
                    <a:pt x="0" y="569184"/>
                  </a:lnTo>
                  <a:lnTo>
                    <a:pt x="1764" y="612849"/>
                  </a:lnTo>
                  <a:lnTo>
                    <a:pt x="7058" y="656308"/>
                  </a:lnTo>
                  <a:lnTo>
                    <a:pt x="15881" y="699352"/>
                  </a:lnTo>
                  <a:lnTo>
                    <a:pt x="28233" y="741774"/>
                  </a:lnTo>
                  <a:lnTo>
                    <a:pt x="44115" y="783368"/>
                  </a:lnTo>
                  <a:lnTo>
                    <a:pt x="63525" y="823926"/>
                  </a:lnTo>
                  <a:lnTo>
                    <a:pt x="86465" y="863241"/>
                  </a:lnTo>
                  <a:lnTo>
                    <a:pt x="112934" y="901106"/>
                  </a:lnTo>
                  <a:lnTo>
                    <a:pt x="142933" y="937314"/>
                  </a:lnTo>
                  <a:lnTo>
                    <a:pt x="176460" y="971657"/>
                  </a:lnTo>
                  <a:lnTo>
                    <a:pt x="212814" y="1003332"/>
                  </a:lnTo>
                  <a:lnTo>
                    <a:pt x="251141" y="1031673"/>
                  </a:lnTo>
                  <a:lnTo>
                    <a:pt x="291222" y="1056679"/>
                  </a:lnTo>
                  <a:lnTo>
                    <a:pt x="332838" y="1078352"/>
                  </a:lnTo>
                  <a:lnTo>
                    <a:pt x="375770" y="1096690"/>
                  </a:lnTo>
                  <a:lnTo>
                    <a:pt x="419798" y="1111694"/>
                  </a:lnTo>
                  <a:lnTo>
                    <a:pt x="464703" y="1123363"/>
                  </a:lnTo>
                  <a:lnTo>
                    <a:pt x="510266" y="1131699"/>
                  </a:lnTo>
                  <a:lnTo>
                    <a:pt x="556267" y="1136700"/>
                  </a:lnTo>
                  <a:lnTo>
                    <a:pt x="602488" y="1138367"/>
                  </a:lnTo>
                  <a:lnTo>
                    <a:pt x="648708" y="1136700"/>
                  </a:lnTo>
                  <a:lnTo>
                    <a:pt x="694709" y="1131699"/>
                  </a:lnTo>
                  <a:lnTo>
                    <a:pt x="740272" y="1123363"/>
                  </a:lnTo>
                  <a:lnTo>
                    <a:pt x="785176" y="1111694"/>
                  </a:lnTo>
                  <a:lnTo>
                    <a:pt x="829204" y="1096690"/>
                  </a:lnTo>
                  <a:lnTo>
                    <a:pt x="872135" y="1078352"/>
                  </a:lnTo>
                  <a:lnTo>
                    <a:pt x="913750" y="1056679"/>
                  </a:lnTo>
                  <a:lnTo>
                    <a:pt x="953830" y="1031673"/>
                  </a:lnTo>
                  <a:lnTo>
                    <a:pt x="992155" y="1003332"/>
                  </a:lnTo>
                  <a:lnTo>
                    <a:pt x="1028507" y="971657"/>
                  </a:lnTo>
                  <a:lnTo>
                    <a:pt x="1062036" y="937314"/>
                  </a:lnTo>
                  <a:lnTo>
                    <a:pt x="1092036" y="901106"/>
                  </a:lnTo>
                  <a:lnTo>
                    <a:pt x="1118506" y="863241"/>
                  </a:lnTo>
                  <a:lnTo>
                    <a:pt x="1141447" y="823926"/>
                  </a:lnTo>
                  <a:lnTo>
                    <a:pt x="1160859" y="783368"/>
                  </a:lnTo>
                  <a:lnTo>
                    <a:pt x="1176741" y="741774"/>
                  </a:lnTo>
                  <a:lnTo>
                    <a:pt x="1189094" y="699352"/>
                  </a:lnTo>
                  <a:lnTo>
                    <a:pt x="1197917" y="656308"/>
                  </a:lnTo>
                  <a:lnTo>
                    <a:pt x="1203211" y="612849"/>
                  </a:lnTo>
                  <a:lnTo>
                    <a:pt x="1204976" y="569184"/>
                  </a:lnTo>
                  <a:lnTo>
                    <a:pt x="1203211" y="525518"/>
                  </a:lnTo>
                  <a:lnTo>
                    <a:pt x="1197917" y="482060"/>
                  </a:lnTo>
                  <a:lnTo>
                    <a:pt x="1189094" y="439016"/>
                  </a:lnTo>
                  <a:lnTo>
                    <a:pt x="1176741" y="396593"/>
                  </a:lnTo>
                  <a:lnTo>
                    <a:pt x="1160859" y="354999"/>
                  </a:lnTo>
                  <a:lnTo>
                    <a:pt x="1141447" y="314441"/>
                  </a:lnTo>
                  <a:lnTo>
                    <a:pt x="1118506" y="275126"/>
                  </a:lnTo>
                  <a:lnTo>
                    <a:pt x="1092036" y="237261"/>
                  </a:lnTo>
                  <a:lnTo>
                    <a:pt x="1062036" y="201053"/>
                  </a:lnTo>
                  <a:lnTo>
                    <a:pt x="1028507" y="166710"/>
                  </a:lnTo>
                  <a:lnTo>
                    <a:pt x="992155" y="135035"/>
                  </a:lnTo>
                  <a:lnTo>
                    <a:pt x="953830" y="106694"/>
                  </a:lnTo>
                  <a:lnTo>
                    <a:pt x="913750" y="81687"/>
                  </a:lnTo>
                  <a:lnTo>
                    <a:pt x="872135" y="60015"/>
                  </a:lnTo>
                  <a:lnTo>
                    <a:pt x="829204" y="41677"/>
                  </a:lnTo>
                  <a:lnTo>
                    <a:pt x="785176" y="26673"/>
                  </a:lnTo>
                  <a:lnTo>
                    <a:pt x="740272" y="15003"/>
                  </a:lnTo>
                  <a:lnTo>
                    <a:pt x="694709" y="6668"/>
                  </a:lnTo>
                  <a:lnTo>
                    <a:pt x="648708" y="1667"/>
                  </a:lnTo>
                  <a:lnTo>
                    <a:pt x="602488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875539" y="7856327"/>
              <a:ext cx="1205230" cy="1138555"/>
            </a:xfrm>
            <a:custGeom>
              <a:avLst/>
              <a:gdLst/>
              <a:ahLst/>
              <a:cxnLst/>
              <a:rect l="l" t="t" r="r" b="b"/>
              <a:pathLst>
                <a:path w="1205229" h="1138554">
                  <a:moveTo>
                    <a:pt x="602488" y="0"/>
                  </a:moveTo>
                  <a:lnTo>
                    <a:pt x="556267" y="1667"/>
                  </a:lnTo>
                  <a:lnTo>
                    <a:pt x="510266" y="6668"/>
                  </a:lnTo>
                  <a:lnTo>
                    <a:pt x="464703" y="15003"/>
                  </a:lnTo>
                  <a:lnTo>
                    <a:pt x="419798" y="26673"/>
                  </a:lnTo>
                  <a:lnTo>
                    <a:pt x="375771" y="41677"/>
                  </a:lnTo>
                  <a:lnTo>
                    <a:pt x="332839" y="60015"/>
                  </a:lnTo>
                  <a:lnTo>
                    <a:pt x="291224" y="81687"/>
                  </a:lnTo>
                  <a:lnTo>
                    <a:pt x="251143" y="106694"/>
                  </a:lnTo>
                  <a:lnTo>
                    <a:pt x="212817" y="135035"/>
                  </a:lnTo>
                  <a:lnTo>
                    <a:pt x="176464" y="166710"/>
                  </a:lnTo>
                  <a:lnTo>
                    <a:pt x="142936" y="201053"/>
                  </a:lnTo>
                  <a:lnTo>
                    <a:pt x="112937" y="237261"/>
                  </a:lnTo>
                  <a:lnTo>
                    <a:pt x="86467" y="275126"/>
                  </a:lnTo>
                  <a:lnTo>
                    <a:pt x="63527" y="314441"/>
                  </a:lnTo>
                  <a:lnTo>
                    <a:pt x="44116" y="354999"/>
                  </a:lnTo>
                  <a:lnTo>
                    <a:pt x="28234" y="396593"/>
                  </a:lnTo>
                  <a:lnTo>
                    <a:pt x="15881" y="439015"/>
                  </a:lnTo>
                  <a:lnTo>
                    <a:pt x="7058" y="482059"/>
                  </a:lnTo>
                  <a:lnTo>
                    <a:pt x="1764" y="525518"/>
                  </a:lnTo>
                  <a:lnTo>
                    <a:pt x="0" y="569183"/>
                  </a:lnTo>
                  <a:lnTo>
                    <a:pt x="1764" y="612849"/>
                  </a:lnTo>
                  <a:lnTo>
                    <a:pt x="7058" y="656307"/>
                  </a:lnTo>
                  <a:lnTo>
                    <a:pt x="15881" y="699351"/>
                  </a:lnTo>
                  <a:lnTo>
                    <a:pt x="28234" y="741774"/>
                  </a:lnTo>
                  <a:lnTo>
                    <a:pt x="44116" y="783368"/>
                  </a:lnTo>
                  <a:lnTo>
                    <a:pt x="63527" y="823926"/>
                  </a:lnTo>
                  <a:lnTo>
                    <a:pt x="86467" y="863241"/>
                  </a:lnTo>
                  <a:lnTo>
                    <a:pt x="112937" y="901106"/>
                  </a:lnTo>
                  <a:lnTo>
                    <a:pt x="142936" y="937314"/>
                  </a:lnTo>
                  <a:lnTo>
                    <a:pt x="176464" y="971657"/>
                  </a:lnTo>
                  <a:lnTo>
                    <a:pt x="212817" y="1003332"/>
                  </a:lnTo>
                  <a:lnTo>
                    <a:pt x="251143" y="1031672"/>
                  </a:lnTo>
                  <a:lnTo>
                    <a:pt x="291224" y="1056679"/>
                  </a:lnTo>
                  <a:lnTo>
                    <a:pt x="332839" y="1078351"/>
                  </a:lnTo>
                  <a:lnTo>
                    <a:pt x="375771" y="1096689"/>
                  </a:lnTo>
                  <a:lnTo>
                    <a:pt x="419798" y="1111693"/>
                  </a:lnTo>
                  <a:lnTo>
                    <a:pt x="464703" y="1123363"/>
                  </a:lnTo>
                  <a:lnTo>
                    <a:pt x="510266" y="1131699"/>
                  </a:lnTo>
                  <a:lnTo>
                    <a:pt x="556267" y="1136700"/>
                  </a:lnTo>
                  <a:lnTo>
                    <a:pt x="602488" y="1138367"/>
                  </a:lnTo>
                  <a:lnTo>
                    <a:pt x="648709" y="1136700"/>
                  </a:lnTo>
                  <a:lnTo>
                    <a:pt x="694710" y="1131699"/>
                  </a:lnTo>
                  <a:lnTo>
                    <a:pt x="740273" y="1123363"/>
                  </a:lnTo>
                  <a:lnTo>
                    <a:pt x="785178" y="1111693"/>
                  </a:lnTo>
                  <a:lnTo>
                    <a:pt x="829206" y="1096689"/>
                  </a:lnTo>
                  <a:lnTo>
                    <a:pt x="872138" y="1078351"/>
                  </a:lnTo>
                  <a:lnTo>
                    <a:pt x="913754" y="1056679"/>
                  </a:lnTo>
                  <a:lnTo>
                    <a:pt x="953835" y="1031672"/>
                  </a:lnTo>
                  <a:lnTo>
                    <a:pt x="992162" y="1003332"/>
                  </a:lnTo>
                  <a:lnTo>
                    <a:pt x="1028516" y="971657"/>
                  </a:lnTo>
                  <a:lnTo>
                    <a:pt x="1062043" y="937314"/>
                  </a:lnTo>
                  <a:lnTo>
                    <a:pt x="1092041" y="901106"/>
                  </a:lnTo>
                  <a:lnTo>
                    <a:pt x="1118510" y="863241"/>
                  </a:lnTo>
                  <a:lnTo>
                    <a:pt x="1141450" y="823926"/>
                  </a:lnTo>
                  <a:lnTo>
                    <a:pt x="1160861" y="783368"/>
                  </a:lnTo>
                  <a:lnTo>
                    <a:pt x="1176742" y="741774"/>
                  </a:lnTo>
                  <a:lnTo>
                    <a:pt x="1189095" y="699351"/>
                  </a:lnTo>
                  <a:lnTo>
                    <a:pt x="1197918" y="656307"/>
                  </a:lnTo>
                  <a:lnTo>
                    <a:pt x="1203212" y="612849"/>
                  </a:lnTo>
                  <a:lnTo>
                    <a:pt x="1204976" y="569183"/>
                  </a:lnTo>
                  <a:lnTo>
                    <a:pt x="1203212" y="525518"/>
                  </a:lnTo>
                  <a:lnTo>
                    <a:pt x="1197918" y="482059"/>
                  </a:lnTo>
                  <a:lnTo>
                    <a:pt x="1189095" y="439015"/>
                  </a:lnTo>
                  <a:lnTo>
                    <a:pt x="1176742" y="396593"/>
                  </a:lnTo>
                  <a:lnTo>
                    <a:pt x="1160861" y="354999"/>
                  </a:lnTo>
                  <a:lnTo>
                    <a:pt x="1141450" y="314441"/>
                  </a:lnTo>
                  <a:lnTo>
                    <a:pt x="1118510" y="275126"/>
                  </a:lnTo>
                  <a:lnTo>
                    <a:pt x="1092041" y="237261"/>
                  </a:lnTo>
                  <a:lnTo>
                    <a:pt x="1062043" y="201053"/>
                  </a:lnTo>
                  <a:lnTo>
                    <a:pt x="1028516" y="166710"/>
                  </a:lnTo>
                  <a:lnTo>
                    <a:pt x="992162" y="135035"/>
                  </a:lnTo>
                  <a:lnTo>
                    <a:pt x="953835" y="106694"/>
                  </a:lnTo>
                  <a:lnTo>
                    <a:pt x="913754" y="81687"/>
                  </a:lnTo>
                  <a:lnTo>
                    <a:pt x="872138" y="60015"/>
                  </a:lnTo>
                  <a:lnTo>
                    <a:pt x="829206" y="41677"/>
                  </a:lnTo>
                  <a:lnTo>
                    <a:pt x="785178" y="26673"/>
                  </a:lnTo>
                  <a:lnTo>
                    <a:pt x="740273" y="15003"/>
                  </a:lnTo>
                  <a:lnTo>
                    <a:pt x="694710" y="6668"/>
                  </a:lnTo>
                  <a:lnTo>
                    <a:pt x="648709" y="1667"/>
                  </a:lnTo>
                  <a:lnTo>
                    <a:pt x="602488" y="0"/>
                  </a:lnTo>
                  <a:close/>
                </a:path>
              </a:pathLst>
            </a:custGeom>
            <a:solidFill>
              <a:srgbClr val="8AB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355755" y="2378721"/>
            <a:ext cx="1399325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73" dirty="0">
                <a:solidFill>
                  <a:srgbClr val="FFFFFF"/>
                </a:solidFill>
                <a:latin typeface="Arial"/>
                <a:cs typeface="Arial"/>
              </a:rPr>
              <a:t>master*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30756" y="2415365"/>
            <a:ext cx="980374" cy="480328"/>
          </a:xfrm>
          <a:prstGeom prst="rect">
            <a:avLst/>
          </a:prstGeom>
        </p:spPr>
        <p:txBody>
          <a:bodyPr vert="horz" wrap="square" lIns="0" tIns="18483" rIns="0" bIns="0" rtlCol="0">
            <a:spAutoFit/>
          </a:bodyPr>
          <a:lstStyle/>
          <a:p>
            <a:pPr marL="15403">
              <a:spcBef>
                <a:spcPts val="146"/>
              </a:spcBef>
            </a:pPr>
            <a:r>
              <a:rPr sz="3000" spc="36" dirty="0">
                <a:solidFill>
                  <a:srgbClr val="FFFFFF"/>
                </a:solidFill>
                <a:latin typeface="Arial"/>
                <a:cs typeface="Arial"/>
              </a:rPr>
              <a:t>pasta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31441" y="9753849"/>
            <a:ext cx="2583783" cy="2569320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26" dirty="0">
                <a:solidFill>
                  <a:srgbClr val="FFFFFF"/>
                </a:solidFill>
                <a:latin typeface="Calibri"/>
                <a:cs typeface="Calibri"/>
              </a:rPr>
              <a:t>4T57F</a:t>
            </a: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4600">
              <a:latin typeface="Calibri"/>
              <a:cs typeface="Calibri"/>
            </a:endParaRPr>
          </a:p>
          <a:p>
            <a:pPr marL="1567981">
              <a:spcBef>
                <a:spcPts val="6"/>
              </a:spcBef>
            </a:pPr>
            <a:r>
              <a:rPr sz="4000" b="1" spc="-661" dirty="0">
                <a:solidFill>
                  <a:srgbClr val="FFFFFF"/>
                </a:solidFill>
                <a:latin typeface="Calibri"/>
                <a:cs typeface="Calibri"/>
              </a:rPr>
              <a:t>3G39H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840670" y="10844120"/>
            <a:ext cx="798624" cy="798624"/>
            <a:chOff x="10586902" y="8941378"/>
            <a:chExt cx="658495" cy="658495"/>
          </a:xfrm>
        </p:grpSpPr>
        <p:sp>
          <p:nvSpPr>
            <p:cNvPr id="13" name="object 13"/>
            <p:cNvSpPr/>
            <p:nvPr/>
          </p:nvSpPr>
          <p:spPr>
            <a:xfrm>
              <a:off x="10613079" y="8967555"/>
              <a:ext cx="499745" cy="499745"/>
            </a:xfrm>
            <a:custGeom>
              <a:avLst/>
              <a:gdLst/>
              <a:ahLst/>
              <a:cxnLst/>
              <a:rect l="l" t="t" r="r" b="b"/>
              <a:pathLst>
                <a:path w="499745" h="499745">
                  <a:moveTo>
                    <a:pt x="0" y="0"/>
                  </a:moveTo>
                  <a:lnTo>
                    <a:pt x="481237" y="481237"/>
                  </a:lnTo>
                  <a:lnTo>
                    <a:pt x="499747" y="499747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018795" y="9373272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5" h="226695">
                  <a:moveTo>
                    <a:pt x="151042" y="0"/>
                  </a:moveTo>
                  <a:lnTo>
                    <a:pt x="0" y="151041"/>
                  </a:lnTo>
                  <a:lnTo>
                    <a:pt x="226569" y="226562"/>
                  </a:lnTo>
                  <a:lnTo>
                    <a:pt x="151042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1977927" y="4752955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394" y="0"/>
                </a:moveTo>
                <a:lnTo>
                  <a:pt x="556174" y="1674"/>
                </a:lnTo>
                <a:lnTo>
                  <a:pt x="510174" y="6683"/>
                </a:lnTo>
                <a:lnTo>
                  <a:pt x="464613" y="15026"/>
                </a:lnTo>
                <a:lnTo>
                  <a:pt x="419710" y="26703"/>
                </a:lnTo>
                <a:lnTo>
                  <a:pt x="375685" y="41714"/>
                </a:lnTo>
                <a:lnTo>
                  <a:pt x="332757" y="60059"/>
                </a:lnTo>
                <a:lnTo>
                  <a:pt x="291145" y="81738"/>
                </a:lnTo>
                <a:lnTo>
                  <a:pt x="251068" y="106751"/>
                </a:lnTo>
                <a:lnTo>
                  <a:pt x="212747" y="135098"/>
                </a:lnTo>
                <a:lnTo>
                  <a:pt x="176399" y="166779"/>
                </a:lnTo>
                <a:lnTo>
                  <a:pt x="142876" y="201128"/>
                </a:lnTo>
                <a:lnTo>
                  <a:pt x="112883" y="237340"/>
                </a:lnTo>
                <a:lnTo>
                  <a:pt x="86420" y="275210"/>
                </a:lnTo>
                <a:lnTo>
                  <a:pt x="63486" y="314528"/>
                </a:lnTo>
                <a:lnTo>
                  <a:pt x="44081" y="355090"/>
                </a:lnTo>
                <a:lnTo>
                  <a:pt x="28206" y="396686"/>
                </a:lnTo>
                <a:lnTo>
                  <a:pt x="15860" y="439111"/>
                </a:lnTo>
                <a:lnTo>
                  <a:pt x="7044" y="482156"/>
                </a:lnTo>
                <a:lnTo>
                  <a:pt x="1757" y="525615"/>
                </a:lnTo>
                <a:lnTo>
                  <a:pt x="0" y="569281"/>
                </a:lnTo>
                <a:lnTo>
                  <a:pt x="1771" y="612946"/>
                </a:lnTo>
                <a:lnTo>
                  <a:pt x="7072" y="656404"/>
                </a:lnTo>
                <a:lnTo>
                  <a:pt x="15902" y="699446"/>
                </a:lnTo>
                <a:lnTo>
                  <a:pt x="28262" y="741867"/>
                </a:lnTo>
                <a:lnTo>
                  <a:pt x="44150" y="783458"/>
                </a:lnTo>
                <a:lnTo>
                  <a:pt x="63568" y="824013"/>
                </a:lnTo>
                <a:lnTo>
                  <a:pt x="86515" y="863325"/>
                </a:lnTo>
                <a:lnTo>
                  <a:pt x="112990" y="901185"/>
                </a:lnTo>
                <a:lnTo>
                  <a:pt x="142995" y="937388"/>
                </a:lnTo>
                <a:lnTo>
                  <a:pt x="176529" y="971726"/>
                </a:lnTo>
                <a:lnTo>
                  <a:pt x="212887" y="1003395"/>
                </a:lnTo>
                <a:lnTo>
                  <a:pt x="251218" y="1031730"/>
                </a:lnTo>
                <a:lnTo>
                  <a:pt x="291303" y="1056730"/>
                </a:lnTo>
                <a:lnTo>
                  <a:pt x="332922" y="1078395"/>
                </a:lnTo>
                <a:lnTo>
                  <a:pt x="375856" y="1096726"/>
                </a:lnTo>
                <a:lnTo>
                  <a:pt x="419887" y="1111723"/>
                </a:lnTo>
                <a:lnTo>
                  <a:pt x="464794" y="1123385"/>
                </a:lnTo>
                <a:lnTo>
                  <a:pt x="510358" y="1131713"/>
                </a:lnTo>
                <a:lnTo>
                  <a:pt x="556360" y="1136707"/>
                </a:lnTo>
                <a:lnTo>
                  <a:pt x="602581" y="1138367"/>
                </a:lnTo>
                <a:lnTo>
                  <a:pt x="648802" y="1136692"/>
                </a:lnTo>
                <a:lnTo>
                  <a:pt x="694802" y="1131684"/>
                </a:lnTo>
                <a:lnTo>
                  <a:pt x="740364" y="1123341"/>
                </a:lnTo>
                <a:lnTo>
                  <a:pt x="785267" y="1111664"/>
                </a:lnTo>
                <a:lnTo>
                  <a:pt x="829292" y="1096653"/>
                </a:lnTo>
                <a:lnTo>
                  <a:pt x="872220" y="1078308"/>
                </a:lnTo>
                <a:lnTo>
                  <a:pt x="913833" y="1056629"/>
                </a:lnTo>
                <a:lnTo>
                  <a:pt x="953909" y="1031616"/>
                </a:lnTo>
                <a:lnTo>
                  <a:pt x="992231" y="1003269"/>
                </a:lnTo>
                <a:lnTo>
                  <a:pt x="1028578" y="971588"/>
                </a:lnTo>
                <a:lnTo>
                  <a:pt x="1062101" y="937239"/>
                </a:lnTo>
                <a:lnTo>
                  <a:pt x="1092094" y="901027"/>
                </a:lnTo>
                <a:lnTo>
                  <a:pt x="1118557" y="863158"/>
                </a:lnTo>
                <a:lnTo>
                  <a:pt x="1141491" y="823839"/>
                </a:lnTo>
                <a:lnTo>
                  <a:pt x="1160895" y="783278"/>
                </a:lnTo>
                <a:lnTo>
                  <a:pt x="1176770" y="741681"/>
                </a:lnTo>
                <a:lnTo>
                  <a:pt x="1189115" y="699257"/>
                </a:lnTo>
                <a:lnTo>
                  <a:pt x="1197931" y="656211"/>
                </a:lnTo>
                <a:lnTo>
                  <a:pt x="1203218" y="612752"/>
                </a:lnTo>
                <a:lnTo>
                  <a:pt x="1204975" y="569086"/>
                </a:lnTo>
                <a:lnTo>
                  <a:pt x="1203203" y="525421"/>
                </a:lnTo>
                <a:lnTo>
                  <a:pt x="1197901" y="481964"/>
                </a:lnTo>
                <a:lnTo>
                  <a:pt x="1189071" y="438921"/>
                </a:lnTo>
                <a:lnTo>
                  <a:pt x="1176711" y="396500"/>
                </a:lnTo>
                <a:lnTo>
                  <a:pt x="1160822" y="354909"/>
                </a:lnTo>
                <a:lnTo>
                  <a:pt x="1141404" y="314354"/>
                </a:lnTo>
                <a:lnTo>
                  <a:pt x="1118457" y="275043"/>
                </a:lnTo>
                <a:lnTo>
                  <a:pt x="1091981" y="237182"/>
                </a:lnTo>
                <a:lnTo>
                  <a:pt x="1061976" y="200979"/>
                </a:lnTo>
                <a:lnTo>
                  <a:pt x="1028442" y="166641"/>
                </a:lnTo>
                <a:lnTo>
                  <a:pt x="992084" y="134972"/>
                </a:lnTo>
                <a:lnTo>
                  <a:pt x="953753" y="106637"/>
                </a:lnTo>
                <a:lnTo>
                  <a:pt x="913669" y="81637"/>
                </a:lnTo>
                <a:lnTo>
                  <a:pt x="872050" y="59972"/>
                </a:lnTo>
                <a:lnTo>
                  <a:pt x="829116" y="41640"/>
                </a:lnTo>
                <a:lnTo>
                  <a:pt x="785086" y="26644"/>
                </a:lnTo>
                <a:lnTo>
                  <a:pt x="740180" y="14981"/>
                </a:lnTo>
                <a:lnTo>
                  <a:pt x="694616" y="6653"/>
                </a:lnTo>
                <a:lnTo>
                  <a:pt x="648614" y="1659"/>
                </a:lnTo>
                <a:lnTo>
                  <a:pt x="602394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184659" y="4980354"/>
            <a:ext cx="1048146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600" dirty="0">
                <a:solidFill>
                  <a:srgbClr val="FFFFFF"/>
                </a:solidFill>
                <a:latin typeface="Calibri"/>
                <a:cs typeface="Calibri"/>
              </a:rPr>
              <a:t>7HSH2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579095" y="6187685"/>
            <a:ext cx="259534" cy="789382"/>
            <a:chOff x="10371224" y="5101975"/>
            <a:chExt cx="213995" cy="650875"/>
          </a:xfrm>
        </p:grpSpPr>
        <p:sp>
          <p:nvSpPr>
            <p:cNvPr id="18" name="object 18"/>
            <p:cNvSpPr/>
            <p:nvPr/>
          </p:nvSpPr>
          <p:spPr>
            <a:xfrm>
              <a:off x="10478026" y="5101975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71224" y="5539160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5" y="0"/>
                  </a:moveTo>
                  <a:lnTo>
                    <a:pt x="0" y="0"/>
                  </a:lnTo>
                  <a:lnTo>
                    <a:pt x="106801" y="213606"/>
                  </a:lnTo>
                  <a:lnTo>
                    <a:pt x="213605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1977927" y="2307114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5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1" y="41677"/>
                </a:lnTo>
                <a:lnTo>
                  <a:pt x="332839" y="60015"/>
                </a:lnTo>
                <a:lnTo>
                  <a:pt x="291224" y="81687"/>
                </a:lnTo>
                <a:lnTo>
                  <a:pt x="251143" y="106694"/>
                </a:lnTo>
                <a:lnTo>
                  <a:pt x="212817" y="135035"/>
                </a:lnTo>
                <a:lnTo>
                  <a:pt x="176464" y="166710"/>
                </a:lnTo>
                <a:lnTo>
                  <a:pt x="142936" y="201053"/>
                </a:lnTo>
                <a:lnTo>
                  <a:pt x="112937" y="237261"/>
                </a:lnTo>
                <a:lnTo>
                  <a:pt x="86467" y="275126"/>
                </a:lnTo>
                <a:lnTo>
                  <a:pt x="63527" y="314441"/>
                </a:lnTo>
                <a:lnTo>
                  <a:pt x="44116" y="354999"/>
                </a:lnTo>
                <a:lnTo>
                  <a:pt x="28234" y="396593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8"/>
                </a:lnTo>
                <a:lnTo>
                  <a:pt x="0" y="569183"/>
                </a:lnTo>
                <a:lnTo>
                  <a:pt x="1764" y="612849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4"/>
                </a:lnTo>
                <a:lnTo>
                  <a:pt x="44116" y="783368"/>
                </a:lnTo>
                <a:lnTo>
                  <a:pt x="63527" y="823926"/>
                </a:lnTo>
                <a:lnTo>
                  <a:pt x="86467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4" y="971657"/>
                </a:lnTo>
                <a:lnTo>
                  <a:pt x="212817" y="1003332"/>
                </a:lnTo>
                <a:lnTo>
                  <a:pt x="251143" y="1031672"/>
                </a:lnTo>
                <a:lnTo>
                  <a:pt x="291224" y="1056679"/>
                </a:lnTo>
                <a:lnTo>
                  <a:pt x="332839" y="1078351"/>
                </a:lnTo>
                <a:lnTo>
                  <a:pt x="375771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9" y="1136700"/>
                </a:lnTo>
                <a:lnTo>
                  <a:pt x="694710" y="1131699"/>
                </a:lnTo>
                <a:lnTo>
                  <a:pt x="740273" y="1123363"/>
                </a:lnTo>
                <a:lnTo>
                  <a:pt x="785178" y="1111693"/>
                </a:lnTo>
                <a:lnTo>
                  <a:pt x="829206" y="1096689"/>
                </a:lnTo>
                <a:lnTo>
                  <a:pt x="872138" y="1078351"/>
                </a:lnTo>
                <a:lnTo>
                  <a:pt x="913754" y="1056679"/>
                </a:lnTo>
                <a:lnTo>
                  <a:pt x="953835" y="1031672"/>
                </a:lnTo>
                <a:lnTo>
                  <a:pt x="992162" y="1003332"/>
                </a:lnTo>
                <a:lnTo>
                  <a:pt x="1028516" y="971657"/>
                </a:lnTo>
                <a:lnTo>
                  <a:pt x="1062043" y="937314"/>
                </a:lnTo>
                <a:lnTo>
                  <a:pt x="1092041" y="901106"/>
                </a:lnTo>
                <a:lnTo>
                  <a:pt x="1118510" y="863241"/>
                </a:lnTo>
                <a:lnTo>
                  <a:pt x="1141450" y="823926"/>
                </a:lnTo>
                <a:lnTo>
                  <a:pt x="1160861" y="783368"/>
                </a:lnTo>
                <a:lnTo>
                  <a:pt x="1176742" y="741774"/>
                </a:lnTo>
                <a:lnTo>
                  <a:pt x="1189095" y="699351"/>
                </a:lnTo>
                <a:lnTo>
                  <a:pt x="1197918" y="656307"/>
                </a:lnTo>
                <a:lnTo>
                  <a:pt x="1203212" y="612849"/>
                </a:lnTo>
                <a:lnTo>
                  <a:pt x="1204976" y="569183"/>
                </a:lnTo>
                <a:lnTo>
                  <a:pt x="1203212" y="525518"/>
                </a:lnTo>
                <a:lnTo>
                  <a:pt x="1197918" y="482059"/>
                </a:lnTo>
                <a:lnTo>
                  <a:pt x="1189095" y="439015"/>
                </a:lnTo>
                <a:lnTo>
                  <a:pt x="1176742" y="396593"/>
                </a:lnTo>
                <a:lnTo>
                  <a:pt x="1160861" y="354999"/>
                </a:lnTo>
                <a:lnTo>
                  <a:pt x="1141450" y="314441"/>
                </a:lnTo>
                <a:lnTo>
                  <a:pt x="1118510" y="275126"/>
                </a:lnTo>
                <a:lnTo>
                  <a:pt x="1092041" y="237261"/>
                </a:lnTo>
                <a:lnTo>
                  <a:pt x="1062043" y="201053"/>
                </a:lnTo>
                <a:lnTo>
                  <a:pt x="1028516" y="166710"/>
                </a:lnTo>
                <a:lnTo>
                  <a:pt x="992162" y="135035"/>
                </a:lnTo>
                <a:lnTo>
                  <a:pt x="953835" y="106694"/>
                </a:lnTo>
                <a:lnTo>
                  <a:pt x="913754" y="81687"/>
                </a:lnTo>
                <a:lnTo>
                  <a:pt x="872138" y="60015"/>
                </a:lnTo>
                <a:lnTo>
                  <a:pt x="829206" y="41677"/>
                </a:lnTo>
                <a:lnTo>
                  <a:pt x="785178" y="26673"/>
                </a:lnTo>
                <a:lnTo>
                  <a:pt x="740273" y="15003"/>
                </a:lnTo>
                <a:lnTo>
                  <a:pt x="694710" y="6668"/>
                </a:lnTo>
                <a:lnTo>
                  <a:pt x="648709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FF57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217220" y="2535126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70" dirty="0">
                <a:solidFill>
                  <a:srgbClr val="FFFFFF"/>
                </a:solidFill>
                <a:latin typeface="Calibri"/>
                <a:cs typeface="Calibri"/>
              </a:rPr>
              <a:t>12T7R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977927" y="7031082"/>
            <a:ext cx="1461705" cy="1380842"/>
          </a:xfrm>
          <a:custGeom>
            <a:avLst/>
            <a:gdLst/>
            <a:ahLst/>
            <a:cxnLst/>
            <a:rect l="l" t="t" r="r" b="b"/>
            <a:pathLst>
              <a:path w="1205229" h="1138554">
                <a:moveTo>
                  <a:pt x="602488" y="0"/>
                </a:moveTo>
                <a:lnTo>
                  <a:pt x="556267" y="1667"/>
                </a:lnTo>
                <a:lnTo>
                  <a:pt x="510266" y="6668"/>
                </a:lnTo>
                <a:lnTo>
                  <a:pt x="464703" y="15003"/>
                </a:lnTo>
                <a:lnTo>
                  <a:pt x="419798" y="26673"/>
                </a:lnTo>
                <a:lnTo>
                  <a:pt x="375771" y="41677"/>
                </a:lnTo>
                <a:lnTo>
                  <a:pt x="332839" y="60015"/>
                </a:lnTo>
                <a:lnTo>
                  <a:pt x="291224" y="81687"/>
                </a:lnTo>
                <a:lnTo>
                  <a:pt x="251143" y="106694"/>
                </a:lnTo>
                <a:lnTo>
                  <a:pt x="212817" y="135035"/>
                </a:lnTo>
                <a:lnTo>
                  <a:pt x="176464" y="166710"/>
                </a:lnTo>
                <a:lnTo>
                  <a:pt x="142936" y="201053"/>
                </a:lnTo>
                <a:lnTo>
                  <a:pt x="112937" y="237260"/>
                </a:lnTo>
                <a:lnTo>
                  <a:pt x="86467" y="275125"/>
                </a:lnTo>
                <a:lnTo>
                  <a:pt x="63527" y="314440"/>
                </a:lnTo>
                <a:lnTo>
                  <a:pt x="44116" y="354998"/>
                </a:lnTo>
                <a:lnTo>
                  <a:pt x="28234" y="396592"/>
                </a:lnTo>
                <a:lnTo>
                  <a:pt x="15881" y="439015"/>
                </a:lnTo>
                <a:lnTo>
                  <a:pt x="7058" y="482059"/>
                </a:lnTo>
                <a:lnTo>
                  <a:pt x="1764" y="525517"/>
                </a:lnTo>
                <a:lnTo>
                  <a:pt x="0" y="569183"/>
                </a:lnTo>
                <a:lnTo>
                  <a:pt x="1764" y="612848"/>
                </a:lnTo>
                <a:lnTo>
                  <a:pt x="7058" y="656307"/>
                </a:lnTo>
                <a:lnTo>
                  <a:pt x="15881" y="699351"/>
                </a:lnTo>
                <a:lnTo>
                  <a:pt x="28234" y="741773"/>
                </a:lnTo>
                <a:lnTo>
                  <a:pt x="44116" y="783367"/>
                </a:lnTo>
                <a:lnTo>
                  <a:pt x="63527" y="823926"/>
                </a:lnTo>
                <a:lnTo>
                  <a:pt x="86467" y="863241"/>
                </a:lnTo>
                <a:lnTo>
                  <a:pt x="112937" y="901106"/>
                </a:lnTo>
                <a:lnTo>
                  <a:pt x="142936" y="937314"/>
                </a:lnTo>
                <a:lnTo>
                  <a:pt x="176464" y="971657"/>
                </a:lnTo>
                <a:lnTo>
                  <a:pt x="212817" y="1003332"/>
                </a:lnTo>
                <a:lnTo>
                  <a:pt x="251143" y="1031672"/>
                </a:lnTo>
                <a:lnTo>
                  <a:pt x="291224" y="1056679"/>
                </a:lnTo>
                <a:lnTo>
                  <a:pt x="332839" y="1078351"/>
                </a:lnTo>
                <a:lnTo>
                  <a:pt x="375771" y="1096689"/>
                </a:lnTo>
                <a:lnTo>
                  <a:pt x="419798" y="1111693"/>
                </a:lnTo>
                <a:lnTo>
                  <a:pt x="464703" y="1123363"/>
                </a:lnTo>
                <a:lnTo>
                  <a:pt x="510266" y="1131699"/>
                </a:lnTo>
                <a:lnTo>
                  <a:pt x="556267" y="1136700"/>
                </a:lnTo>
                <a:lnTo>
                  <a:pt x="602488" y="1138367"/>
                </a:lnTo>
                <a:lnTo>
                  <a:pt x="648709" y="1136700"/>
                </a:lnTo>
                <a:lnTo>
                  <a:pt x="694710" y="1131699"/>
                </a:lnTo>
                <a:lnTo>
                  <a:pt x="740273" y="1123363"/>
                </a:lnTo>
                <a:lnTo>
                  <a:pt x="785178" y="1111693"/>
                </a:lnTo>
                <a:lnTo>
                  <a:pt x="829206" y="1096689"/>
                </a:lnTo>
                <a:lnTo>
                  <a:pt x="872138" y="1078351"/>
                </a:lnTo>
                <a:lnTo>
                  <a:pt x="913754" y="1056679"/>
                </a:lnTo>
                <a:lnTo>
                  <a:pt x="953835" y="1031672"/>
                </a:lnTo>
                <a:lnTo>
                  <a:pt x="992162" y="1003332"/>
                </a:lnTo>
                <a:lnTo>
                  <a:pt x="1028516" y="971657"/>
                </a:lnTo>
                <a:lnTo>
                  <a:pt x="1062043" y="937314"/>
                </a:lnTo>
                <a:lnTo>
                  <a:pt x="1092041" y="901106"/>
                </a:lnTo>
                <a:lnTo>
                  <a:pt x="1118510" y="863241"/>
                </a:lnTo>
                <a:lnTo>
                  <a:pt x="1141450" y="823926"/>
                </a:lnTo>
                <a:lnTo>
                  <a:pt x="1160861" y="783367"/>
                </a:lnTo>
                <a:lnTo>
                  <a:pt x="1176742" y="741773"/>
                </a:lnTo>
                <a:lnTo>
                  <a:pt x="1189095" y="699351"/>
                </a:lnTo>
                <a:lnTo>
                  <a:pt x="1197918" y="656307"/>
                </a:lnTo>
                <a:lnTo>
                  <a:pt x="1203212" y="612848"/>
                </a:lnTo>
                <a:lnTo>
                  <a:pt x="1204976" y="569183"/>
                </a:lnTo>
                <a:lnTo>
                  <a:pt x="1203212" y="525517"/>
                </a:lnTo>
                <a:lnTo>
                  <a:pt x="1197918" y="482059"/>
                </a:lnTo>
                <a:lnTo>
                  <a:pt x="1189095" y="439015"/>
                </a:lnTo>
                <a:lnTo>
                  <a:pt x="1176742" y="396592"/>
                </a:lnTo>
                <a:lnTo>
                  <a:pt x="1160861" y="354998"/>
                </a:lnTo>
                <a:lnTo>
                  <a:pt x="1141450" y="314440"/>
                </a:lnTo>
                <a:lnTo>
                  <a:pt x="1118510" y="275125"/>
                </a:lnTo>
                <a:lnTo>
                  <a:pt x="1092041" y="237260"/>
                </a:lnTo>
                <a:lnTo>
                  <a:pt x="1062043" y="201053"/>
                </a:lnTo>
                <a:lnTo>
                  <a:pt x="1028516" y="166710"/>
                </a:lnTo>
                <a:lnTo>
                  <a:pt x="992162" y="135035"/>
                </a:lnTo>
                <a:lnTo>
                  <a:pt x="953835" y="106694"/>
                </a:lnTo>
                <a:lnTo>
                  <a:pt x="913754" y="81687"/>
                </a:lnTo>
                <a:lnTo>
                  <a:pt x="872138" y="60015"/>
                </a:lnTo>
                <a:lnTo>
                  <a:pt x="829206" y="41677"/>
                </a:lnTo>
                <a:lnTo>
                  <a:pt x="785178" y="26673"/>
                </a:lnTo>
                <a:lnTo>
                  <a:pt x="740273" y="15003"/>
                </a:lnTo>
                <a:lnTo>
                  <a:pt x="694710" y="6668"/>
                </a:lnTo>
                <a:lnTo>
                  <a:pt x="648709" y="1667"/>
                </a:lnTo>
                <a:lnTo>
                  <a:pt x="602488" y="0"/>
                </a:lnTo>
                <a:close/>
              </a:path>
            </a:pathLst>
          </a:custGeom>
          <a:solidFill>
            <a:srgbClr val="8AB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216965" y="7259095"/>
            <a:ext cx="983455" cy="630328"/>
          </a:xfrm>
          <a:prstGeom prst="rect">
            <a:avLst/>
          </a:prstGeom>
        </p:spPr>
        <p:txBody>
          <a:bodyPr vert="horz" wrap="square" lIns="0" tIns="14632" rIns="0" bIns="0" rtlCol="0">
            <a:spAutoFit/>
          </a:bodyPr>
          <a:lstStyle/>
          <a:p>
            <a:pPr marL="15403">
              <a:spcBef>
                <a:spcPts val="115"/>
              </a:spcBef>
            </a:pPr>
            <a:r>
              <a:rPr sz="4000" b="1" spc="-552" dirty="0">
                <a:solidFill>
                  <a:srgbClr val="FFFFFF"/>
                </a:solidFill>
                <a:latin typeface="Calibri"/>
                <a:cs typeface="Calibri"/>
              </a:rPr>
              <a:t>Z657B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579095" y="3800079"/>
            <a:ext cx="259534" cy="789382"/>
            <a:chOff x="10371224" y="3133305"/>
            <a:chExt cx="213995" cy="650875"/>
          </a:xfrm>
        </p:grpSpPr>
        <p:sp>
          <p:nvSpPr>
            <p:cNvPr id="25" name="object 25"/>
            <p:cNvSpPr/>
            <p:nvPr/>
          </p:nvSpPr>
          <p:spPr>
            <a:xfrm>
              <a:off x="10478026" y="3133305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371224" y="3570490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5" y="0"/>
                  </a:moveTo>
                  <a:lnTo>
                    <a:pt x="0" y="0"/>
                  </a:lnTo>
                  <a:lnTo>
                    <a:pt x="106801" y="213606"/>
                  </a:lnTo>
                  <a:lnTo>
                    <a:pt x="213605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2576845" y="8575292"/>
            <a:ext cx="259534" cy="789382"/>
            <a:chOff x="10369369" y="7070645"/>
            <a:chExt cx="213995" cy="650875"/>
          </a:xfrm>
        </p:grpSpPr>
        <p:sp>
          <p:nvSpPr>
            <p:cNvPr id="28" name="object 28"/>
            <p:cNvSpPr/>
            <p:nvPr/>
          </p:nvSpPr>
          <p:spPr>
            <a:xfrm>
              <a:off x="10476173" y="7070645"/>
              <a:ext cx="0" cy="463550"/>
            </a:xfrm>
            <a:custGeom>
              <a:avLst/>
              <a:gdLst/>
              <a:ahLst/>
              <a:cxnLst/>
              <a:rect l="l" t="t" r="r" b="b"/>
              <a:pathLst>
                <a:path h="463550">
                  <a:moveTo>
                    <a:pt x="0" y="0"/>
                  </a:moveTo>
                  <a:lnTo>
                    <a:pt x="0" y="437184"/>
                  </a:lnTo>
                  <a:lnTo>
                    <a:pt x="0" y="463361"/>
                  </a:lnTo>
                </a:path>
              </a:pathLst>
            </a:custGeom>
            <a:ln w="52354">
              <a:solidFill>
                <a:srgbClr val="34A5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369369" y="7507829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7" y="0"/>
                  </a:moveTo>
                  <a:lnTo>
                    <a:pt x="0" y="0"/>
                  </a:lnTo>
                  <a:lnTo>
                    <a:pt x="106804" y="213606"/>
                  </a:lnTo>
                  <a:lnTo>
                    <a:pt x="213607" y="0"/>
                  </a:lnTo>
                  <a:close/>
                </a:path>
              </a:pathLst>
            </a:custGeom>
            <a:solidFill>
              <a:srgbClr val="34A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086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5664044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915106"/>
            <a:ext cx="12085269" cy="2132295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6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Rebase</a:t>
            </a:r>
            <a:r>
              <a:rPr sz="4800" spc="-152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121" dirty="0">
                <a:solidFill>
                  <a:srgbClr val="838787"/>
                </a:solidFill>
                <a:latin typeface="Arial"/>
                <a:cs typeface="Arial"/>
              </a:rPr>
              <a:t>vs</a:t>
            </a:r>
            <a:r>
              <a:rPr sz="4800" spc="-146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2" dirty="0">
                <a:solidFill>
                  <a:srgbClr val="838787"/>
                </a:solidFill>
                <a:latin typeface="Arial"/>
                <a:cs typeface="Arial"/>
              </a:rPr>
              <a:t>Merge</a:t>
            </a:r>
            <a:endParaRPr sz="4800">
              <a:latin typeface="Arial"/>
              <a:cs typeface="Arial"/>
            </a:endParaRPr>
          </a:p>
          <a:p>
            <a:pPr marL="15403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27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dirty="0">
                <a:solidFill>
                  <a:srgbClr val="838787"/>
                </a:solidFill>
                <a:latin typeface="Arial"/>
                <a:cs typeface="Arial"/>
              </a:rPr>
              <a:t>Fråga:</a:t>
            </a:r>
            <a:r>
              <a:rPr sz="4800" spc="-15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97" dirty="0">
                <a:solidFill>
                  <a:srgbClr val="838787"/>
                </a:solidFill>
                <a:latin typeface="Arial"/>
                <a:cs typeface="Arial"/>
              </a:rPr>
              <a:t>Fördelar/Nackdelar?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3522" y="3924023"/>
            <a:ext cx="9816410" cy="825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3100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6495783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5" y="3915106"/>
            <a:ext cx="13811366" cy="3478817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18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182" dirty="0">
                <a:solidFill>
                  <a:srgbClr val="838787"/>
                </a:solidFill>
                <a:latin typeface="Arial"/>
                <a:cs typeface="Arial"/>
              </a:rPr>
              <a:t>Merge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36" dirty="0">
                <a:solidFill>
                  <a:srgbClr val="838787"/>
                </a:solidFill>
                <a:latin typeface="Arial"/>
                <a:cs typeface="Arial"/>
              </a:rPr>
              <a:t>Pro: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Historia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består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00" dirty="0">
                <a:solidFill>
                  <a:srgbClr val="838787"/>
                </a:solidFill>
                <a:latin typeface="Arial"/>
                <a:cs typeface="Arial"/>
              </a:rPr>
              <a:t>orörd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9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91" dirty="0">
                <a:solidFill>
                  <a:srgbClr val="838787"/>
                </a:solidFill>
                <a:latin typeface="Arial"/>
                <a:cs typeface="Arial"/>
              </a:rPr>
              <a:t>Con: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Historia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55" dirty="0">
                <a:solidFill>
                  <a:srgbClr val="838787"/>
                </a:solidFill>
                <a:latin typeface="Arial"/>
                <a:cs typeface="Arial"/>
              </a:rPr>
              <a:t>kan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47" dirty="0">
                <a:solidFill>
                  <a:srgbClr val="838787"/>
                </a:solidFill>
                <a:latin typeface="Arial"/>
                <a:cs typeface="Arial"/>
              </a:rPr>
              <a:t>bli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0" dirty="0">
                <a:solidFill>
                  <a:srgbClr val="838787"/>
                </a:solidFill>
                <a:latin typeface="Arial"/>
                <a:cs typeface="Arial"/>
              </a:rPr>
              <a:t>komplex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0765" y="3924025"/>
            <a:ext cx="4986550" cy="68936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56947" y="3924024"/>
            <a:ext cx="6841575" cy="903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152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195" y="1921872"/>
            <a:ext cx="8251678" cy="1123549"/>
          </a:xfrm>
          <a:prstGeom prst="rect">
            <a:avLst/>
          </a:prstGeom>
        </p:spPr>
        <p:txBody>
          <a:bodyPr vert="horz" wrap="square" lIns="0" tIns="15403" rIns="0" bIns="0" rtlCol="0">
            <a:spAutoFit/>
          </a:bodyPr>
          <a:lstStyle/>
          <a:p>
            <a:pPr marL="15403">
              <a:spcBef>
                <a:spcPts val="121"/>
              </a:spcBef>
            </a:pPr>
            <a:r>
              <a:rPr dirty="0"/>
              <a:t>BRANCHES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196" y="3915105"/>
            <a:ext cx="21173413" cy="4825340"/>
          </a:xfrm>
          <a:prstGeom prst="rect">
            <a:avLst/>
          </a:prstGeom>
        </p:spPr>
        <p:txBody>
          <a:bodyPr vert="horz" wrap="square" lIns="0" tIns="16173" rIns="0" bIns="0" rtlCol="0">
            <a:spAutoFit/>
          </a:bodyPr>
          <a:lstStyle/>
          <a:p>
            <a:pPr marL="15403">
              <a:spcBef>
                <a:spcPts val="12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09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61" dirty="0">
                <a:solidFill>
                  <a:srgbClr val="838787"/>
                </a:solidFill>
                <a:latin typeface="Arial"/>
                <a:cs typeface="Arial"/>
              </a:rPr>
              <a:t>Rebase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8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-36" dirty="0">
                <a:solidFill>
                  <a:srgbClr val="838787"/>
                </a:solidFill>
                <a:latin typeface="Arial"/>
                <a:cs typeface="Arial"/>
              </a:rPr>
              <a:t>Pro: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Historia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12" dirty="0">
                <a:solidFill>
                  <a:srgbClr val="838787"/>
                </a:solidFill>
                <a:latin typeface="Arial"/>
                <a:cs typeface="Arial"/>
              </a:rPr>
              <a:t>ser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snyggare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8" dirty="0">
                <a:solidFill>
                  <a:srgbClr val="838787"/>
                </a:solidFill>
                <a:latin typeface="Arial"/>
                <a:cs typeface="Arial"/>
              </a:rPr>
              <a:t>ut</a:t>
            </a:r>
            <a:endParaRPr sz="4800">
              <a:latin typeface="Arial"/>
              <a:cs typeface="Arial"/>
            </a:endParaRPr>
          </a:p>
          <a:p>
            <a:pPr marL="649988">
              <a:spcBef>
                <a:spcPts val="4462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092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91" dirty="0">
                <a:solidFill>
                  <a:srgbClr val="838787"/>
                </a:solidFill>
                <a:latin typeface="Arial"/>
                <a:cs typeface="Arial"/>
              </a:rPr>
              <a:t>Con: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12" dirty="0">
                <a:solidFill>
                  <a:srgbClr val="838787"/>
                </a:solidFill>
                <a:latin typeface="Arial"/>
                <a:cs typeface="Arial"/>
              </a:rPr>
              <a:t>Kan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8" dirty="0">
                <a:solidFill>
                  <a:srgbClr val="838787"/>
                </a:solidFill>
                <a:latin typeface="Arial"/>
                <a:cs typeface="Arial"/>
              </a:rPr>
              <a:t>skapa</a:t>
            </a:r>
            <a:r>
              <a:rPr sz="4800" spc="-138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30" dirty="0">
                <a:solidFill>
                  <a:srgbClr val="838787"/>
                </a:solidFill>
                <a:latin typeface="Arial"/>
                <a:cs typeface="Arial"/>
              </a:rPr>
              <a:t>problem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94" dirty="0">
                <a:solidFill>
                  <a:srgbClr val="838787"/>
                </a:solidFill>
                <a:latin typeface="Arial"/>
                <a:cs typeface="Arial"/>
              </a:rPr>
              <a:t>vid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52" dirty="0">
                <a:solidFill>
                  <a:srgbClr val="838787"/>
                </a:solidFill>
                <a:latin typeface="Arial"/>
                <a:cs typeface="Arial"/>
              </a:rPr>
              <a:t>kollaboration</a:t>
            </a:r>
            <a:endParaRPr sz="4800">
              <a:latin typeface="Arial"/>
              <a:cs typeface="Arial"/>
            </a:endParaRPr>
          </a:p>
          <a:p>
            <a:pPr marL="1284574">
              <a:spcBef>
                <a:spcPts val="4457"/>
              </a:spcBef>
            </a:pPr>
            <a:r>
              <a:rPr sz="7500" spc="-154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▸</a:t>
            </a:r>
            <a:r>
              <a:rPr sz="7500" spc="1100" baseline="-4016" dirty="0">
                <a:solidFill>
                  <a:srgbClr val="34A5DA"/>
                </a:solidFill>
                <a:latin typeface="Lucida Sans Unicode"/>
                <a:cs typeface="Lucida Sans Unicode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Tumregel: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85" dirty="0">
                <a:solidFill>
                  <a:srgbClr val="838787"/>
                </a:solidFill>
                <a:latin typeface="Arial"/>
                <a:cs typeface="Arial"/>
              </a:rPr>
              <a:t>använd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170" dirty="0">
                <a:solidFill>
                  <a:srgbClr val="838787"/>
                </a:solidFill>
                <a:latin typeface="Arial"/>
                <a:cs typeface="Arial"/>
              </a:rPr>
              <a:t>merge</a:t>
            </a:r>
            <a:r>
              <a:rPr sz="4800" spc="-127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67" dirty="0">
                <a:solidFill>
                  <a:srgbClr val="838787"/>
                </a:solidFill>
                <a:latin typeface="Arial"/>
                <a:cs typeface="Arial"/>
              </a:rPr>
              <a:t>när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255" dirty="0">
                <a:solidFill>
                  <a:srgbClr val="838787"/>
                </a:solidFill>
                <a:latin typeface="Arial"/>
                <a:cs typeface="Arial"/>
              </a:rPr>
              <a:t>du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36" dirty="0">
                <a:solidFill>
                  <a:srgbClr val="838787"/>
                </a:solidFill>
                <a:latin typeface="Arial"/>
                <a:cs typeface="Arial"/>
              </a:rPr>
              <a:t>är</a:t>
            </a:r>
            <a:r>
              <a:rPr sz="4800" spc="-133" dirty="0">
                <a:solidFill>
                  <a:srgbClr val="838787"/>
                </a:solidFill>
                <a:latin typeface="Arial"/>
                <a:cs typeface="Arial"/>
              </a:rPr>
              <a:t> </a:t>
            </a:r>
            <a:r>
              <a:rPr sz="4800" spc="-18" dirty="0">
                <a:solidFill>
                  <a:srgbClr val="838787"/>
                </a:solidFill>
                <a:latin typeface="Arial"/>
                <a:cs typeface="Arial"/>
              </a:rPr>
              <a:t>osäker.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43319" y="3924023"/>
            <a:ext cx="3733538" cy="816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6435"/>
      </p:ext>
    </p:extLst>
  </p:cSld>
  <p:clrMapOvr>
    <a:masterClrMapping/>
  </p:clrMapOvr>
</p:sld>
</file>

<file path=ppt/theme/theme1.xml><?xml version="1.0" encoding="utf-8"?>
<a:theme xmlns:a="http://schemas.openxmlformats.org/drawingml/2006/main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 Bold"/>
        <a:ea typeface="DIN Condensed Bold"/>
        <a:cs typeface="DIN Condensed Bold"/>
      </a:majorFont>
      <a:minorFont>
        <a:latin typeface="DIN Condensed Bold"/>
        <a:ea typeface="DIN Condensed Bold"/>
        <a:cs typeface="DIN Condensed Bol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34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0F4E72DD0F695438C9C458286B9DFA6" ma:contentTypeVersion="12" ma:contentTypeDescription="Skapa ett nytt dokument." ma:contentTypeScope="" ma:versionID="75b99d9fe62484b44c0b77e7d15f1d64">
  <xsd:schema xmlns:xsd="http://www.w3.org/2001/XMLSchema" xmlns:xs="http://www.w3.org/2001/XMLSchema" xmlns:p="http://schemas.microsoft.com/office/2006/metadata/properties" xmlns:ns2="97cb82de-8ec6-407d-8b60-f4d9f602e5a3" xmlns:ns3="06aab6e1-d045-4d21-8f3c-38e1e679a5ce" targetNamespace="http://schemas.microsoft.com/office/2006/metadata/properties" ma:root="true" ma:fieldsID="befcf4da00c8cbd360364d9c04d9cb18" ns2:_="" ns3:_="">
    <xsd:import namespace="97cb82de-8ec6-407d-8b60-f4d9f602e5a3"/>
    <xsd:import namespace="06aab6e1-d045-4d21-8f3c-38e1e679a5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b82de-8ec6-407d-8b60-f4d9f602e5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aab6e1-d045-4d21-8f3c-38e1e679a5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91D8D6-1E19-40E5-AE41-3FD345127B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0170C1-AEA8-4270-8FBA-E97EC8EA42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cb82de-8ec6-407d-8b60-f4d9f602e5a3"/>
    <ds:schemaRef ds:uri="06aab6e1-d045-4d21-8f3c-38e1e679a5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295859-10CA-45BF-BF89-1119D0F6502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33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New_Template7</vt:lpstr>
      <vt:lpstr>Office Theme</vt:lpstr>
      <vt:lpstr>GIt III</vt:lpstr>
      <vt:lpstr>Agenda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  <vt:lpstr>BRANCHES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</dc:title>
  <cp:revision>39</cp:revision>
  <dcterms:modified xsi:type="dcterms:W3CDTF">2021-09-23T14:08:15Z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0x01010030F4E72DD0F695438C9C458286B9DFA6</vt:lpwstr>
  </property>
</Properties>
</file>