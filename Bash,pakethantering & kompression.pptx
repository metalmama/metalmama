
<file path=[Content_Types].xml><?xml version="1.0" encoding="utf-8"?>
<Types xmlns="http://schemas.openxmlformats.org/package/2006/content-types">
  <Default Extension="png" ContentType="image/png"/>
  <Default Extension="bmp" ContentType="image/bmp"/>
  <Default Extension="pdf" ContentType="application/pdf"/>
  <Default Extension="rels" ContentType="application/vnd.openxmlformats-package.relationships+xml"/>
  <Default Extension="jpeg" ContentType="image/jpg"/>
  <Default Extension="mov" ContentType="application/movie"/>
  <Default Extension="xml" ContentType="application/xml"/>
  <Default Extension="gif" ContentType="image/gif"/>
  <Default Extension="tif" ContentType="image/tif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tableStyles.xml" ContentType="application/vnd.openxmlformats-officedocument.presentationml.tableStyles+xml"/>
  <Override PartName="/ppt/media/image1.jpeg" ContentType="image/jpeg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1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</p:sldIdLst>
  <p:sldSz cx="243840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825500" rtl="0" fontAlgn="auto" latinLnBrk="0" hangingPunct="0">
      <a:lnSpc>
        <a:spcPct val="100000"/>
      </a:lnSpc>
      <a:spcBef>
        <a:spcPts val="3400"/>
      </a:spcBef>
      <a:spcAft>
        <a:spcPts val="0"/>
      </a:spcAft>
      <a:buClrTx/>
      <a:buSzTx/>
      <a:buFontTx/>
      <a:buNone/>
      <a:tabLst/>
      <a:defRPr b="0" baseline="0" cap="none" i="0" spc="0" strike="noStrike" sz="3000" u="none" kumimoji="0" normalizeH="0">
        <a:ln>
          <a:noFill/>
        </a:ln>
        <a:solidFill>
          <a:srgbClr val="838787"/>
        </a:solidFill>
        <a:effectLst/>
        <a:uFillTx/>
        <a:latin typeface="Avenir Next Medium"/>
        <a:ea typeface="Avenir Next Medium"/>
        <a:cs typeface="Avenir Next Medium"/>
        <a:sym typeface="Avenir Next Medium"/>
      </a:defRPr>
    </a:lvl1pPr>
    <a:lvl2pPr marL="0" marR="0" indent="0" algn="l" defTabSz="825500" rtl="0" fontAlgn="auto" latinLnBrk="0" hangingPunct="0">
      <a:lnSpc>
        <a:spcPct val="100000"/>
      </a:lnSpc>
      <a:spcBef>
        <a:spcPts val="3400"/>
      </a:spcBef>
      <a:spcAft>
        <a:spcPts val="0"/>
      </a:spcAft>
      <a:buClrTx/>
      <a:buSzTx/>
      <a:buFontTx/>
      <a:buNone/>
      <a:tabLst/>
      <a:defRPr b="0" baseline="0" cap="none" i="0" spc="0" strike="noStrike" sz="3000" u="none" kumimoji="0" normalizeH="0">
        <a:ln>
          <a:noFill/>
        </a:ln>
        <a:solidFill>
          <a:srgbClr val="838787"/>
        </a:solidFill>
        <a:effectLst/>
        <a:uFillTx/>
        <a:latin typeface="Avenir Next Medium"/>
        <a:ea typeface="Avenir Next Medium"/>
        <a:cs typeface="Avenir Next Medium"/>
        <a:sym typeface="Avenir Next Medium"/>
      </a:defRPr>
    </a:lvl2pPr>
    <a:lvl3pPr marL="0" marR="0" indent="0" algn="l" defTabSz="825500" rtl="0" fontAlgn="auto" latinLnBrk="0" hangingPunct="0">
      <a:lnSpc>
        <a:spcPct val="100000"/>
      </a:lnSpc>
      <a:spcBef>
        <a:spcPts val="3400"/>
      </a:spcBef>
      <a:spcAft>
        <a:spcPts val="0"/>
      </a:spcAft>
      <a:buClrTx/>
      <a:buSzTx/>
      <a:buFontTx/>
      <a:buNone/>
      <a:tabLst/>
      <a:defRPr b="0" baseline="0" cap="none" i="0" spc="0" strike="noStrike" sz="3000" u="none" kumimoji="0" normalizeH="0">
        <a:ln>
          <a:noFill/>
        </a:ln>
        <a:solidFill>
          <a:srgbClr val="838787"/>
        </a:solidFill>
        <a:effectLst/>
        <a:uFillTx/>
        <a:latin typeface="Avenir Next Medium"/>
        <a:ea typeface="Avenir Next Medium"/>
        <a:cs typeface="Avenir Next Medium"/>
        <a:sym typeface="Avenir Next Medium"/>
      </a:defRPr>
    </a:lvl3pPr>
    <a:lvl4pPr marL="0" marR="0" indent="0" algn="l" defTabSz="825500" rtl="0" fontAlgn="auto" latinLnBrk="0" hangingPunct="0">
      <a:lnSpc>
        <a:spcPct val="100000"/>
      </a:lnSpc>
      <a:spcBef>
        <a:spcPts val="3400"/>
      </a:spcBef>
      <a:spcAft>
        <a:spcPts val="0"/>
      </a:spcAft>
      <a:buClrTx/>
      <a:buSzTx/>
      <a:buFontTx/>
      <a:buNone/>
      <a:tabLst/>
      <a:defRPr b="0" baseline="0" cap="none" i="0" spc="0" strike="noStrike" sz="3000" u="none" kumimoji="0" normalizeH="0">
        <a:ln>
          <a:noFill/>
        </a:ln>
        <a:solidFill>
          <a:srgbClr val="838787"/>
        </a:solidFill>
        <a:effectLst/>
        <a:uFillTx/>
        <a:latin typeface="Avenir Next Medium"/>
        <a:ea typeface="Avenir Next Medium"/>
        <a:cs typeface="Avenir Next Medium"/>
        <a:sym typeface="Avenir Next Medium"/>
      </a:defRPr>
    </a:lvl4pPr>
    <a:lvl5pPr marL="0" marR="0" indent="0" algn="l" defTabSz="825500" rtl="0" fontAlgn="auto" latinLnBrk="0" hangingPunct="0">
      <a:lnSpc>
        <a:spcPct val="100000"/>
      </a:lnSpc>
      <a:spcBef>
        <a:spcPts val="3400"/>
      </a:spcBef>
      <a:spcAft>
        <a:spcPts val="0"/>
      </a:spcAft>
      <a:buClrTx/>
      <a:buSzTx/>
      <a:buFontTx/>
      <a:buNone/>
      <a:tabLst/>
      <a:defRPr b="0" baseline="0" cap="none" i="0" spc="0" strike="noStrike" sz="3000" u="none" kumimoji="0" normalizeH="0">
        <a:ln>
          <a:noFill/>
        </a:ln>
        <a:solidFill>
          <a:srgbClr val="838787"/>
        </a:solidFill>
        <a:effectLst/>
        <a:uFillTx/>
        <a:latin typeface="Avenir Next Medium"/>
        <a:ea typeface="Avenir Next Medium"/>
        <a:cs typeface="Avenir Next Medium"/>
        <a:sym typeface="Avenir Next Medium"/>
      </a:defRPr>
    </a:lvl5pPr>
    <a:lvl6pPr marL="0" marR="0" indent="0" algn="l" defTabSz="825500" rtl="0" fontAlgn="auto" latinLnBrk="0" hangingPunct="0">
      <a:lnSpc>
        <a:spcPct val="100000"/>
      </a:lnSpc>
      <a:spcBef>
        <a:spcPts val="3400"/>
      </a:spcBef>
      <a:spcAft>
        <a:spcPts val="0"/>
      </a:spcAft>
      <a:buClrTx/>
      <a:buSzTx/>
      <a:buFontTx/>
      <a:buNone/>
      <a:tabLst/>
      <a:defRPr b="0" baseline="0" cap="none" i="0" spc="0" strike="noStrike" sz="3000" u="none" kumimoji="0" normalizeH="0">
        <a:ln>
          <a:noFill/>
        </a:ln>
        <a:solidFill>
          <a:srgbClr val="838787"/>
        </a:solidFill>
        <a:effectLst/>
        <a:uFillTx/>
        <a:latin typeface="Avenir Next Medium"/>
        <a:ea typeface="Avenir Next Medium"/>
        <a:cs typeface="Avenir Next Medium"/>
        <a:sym typeface="Avenir Next Medium"/>
      </a:defRPr>
    </a:lvl6pPr>
    <a:lvl7pPr marL="0" marR="0" indent="0" algn="l" defTabSz="825500" rtl="0" fontAlgn="auto" latinLnBrk="0" hangingPunct="0">
      <a:lnSpc>
        <a:spcPct val="100000"/>
      </a:lnSpc>
      <a:spcBef>
        <a:spcPts val="3400"/>
      </a:spcBef>
      <a:spcAft>
        <a:spcPts val="0"/>
      </a:spcAft>
      <a:buClrTx/>
      <a:buSzTx/>
      <a:buFontTx/>
      <a:buNone/>
      <a:tabLst/>
      <a:defRPr b="0" baseline="0" cap="none" i="0" spc="0" strike="noStrike" sz="3000" u="none" kumimoji="0" normalizeH="0">
        <a:ln>
          <a:noFill/>
        </a:ln>
        <a:solidFill>
          <a:srgbClr val="838787"/>
        </a:solidFill>
        <a:effectLst/>
        <a:uFillTx/>
        <a:latin typeface="Avenir Next Medium"/>
        <a:ea typeface="Avenir Next Medium"/>
        <a:cs typeface="Avenir Next Medium"/>
        <a:sym typeface="Avenir Next Medium"/>
      </a:defRPr>
    </a:lvl7pPr>
    <a:lvl8pPr marL="0" marR="0" indent="0" algn="l" defTabSz="825500" rtl="0" fontAlgn="auto" latinLnBrk="0" hangingPunct="0">
      <a:lnSpc>
        <a:spcPct val="100000"/>
      </a:lnSpc>
      <a:spcBef>
        <a:spcPts val="3400"/>
      </a:spcBef>
      <a:spcAft>
        <a:spcPts val="0"/>
      </a:spcAft>
      <a:buClrTx/>
      <a:buSzTx/>
      <a:buFontTx/>
      <a:buNone/>
      <a:tabLst/>
      <a:defRPr b="0" baseline="0" cap="none" i="0" spc="0" strike="noStrike" sz="3000" u="none" kumimoji="0" normalizeH="0">
        <a:ln>
          <a:noFill/>
        </a:ln>
        <a:solidFill>
          <a:srgbClr val="838787"/>
        </a:solidFill>
        <a:effectLst/>
        <a:uFillTx/>
        <a:latin typeface="Avenir Next Medium"/>
        <a:ea typeface="Avenir Next Medium"/>
        <a:cs typeface="Avenir Next Medium"/>
        <a:sym typeface="Avenir Next Medium"/>
      </a:defRPr>
    </a:lvl8pPr>
    <a:lvl9pPr marL="0" marR="0" indent="0" algn="l" defTabSz="825500" rtl="0" fontAlgn="auto" latinLnBrk="0" hangingPunct="0">
      <a:lnSpc>
        <a:spcPct val="100000"/>
      </a:lnSpc>
      <a:spcBef>
        <a:spcPts val="3400"/>
      </a:spcBef>
      <a:spcAft>
        <a:spcPts val="0"/>
      </a:spcAft>
      <a:buClrTx/>
      <a:buSzTx/>
      <a:buFontTx/>
      <a:buNone/>
      <a:tabLst/>
      <a:defRPr b="0" baseline="0" cap="none" i="0" spc="0" strike="noStrike" sz="3000" u="none" kumimoji="0" normalizeH="0">
        <a:ln>
          <a:noFill/>
        </a:ln>
        <a:solidFill>
          <a:srgbClr val="838787"/>
        </a:solidFill>
        <a:effectLst/>
        <a:uFillTx/>
        <a:latin typeface="Avenir Next Medium"/>
        <a:ea typeface="Avenir Next Medium"/>
        <a:cs typeface="Avenir Next Medium"/>
        <a:sym typeface="Avenir Next Medium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>
          <a:latin typeface="Avenir Next Medium"/>
          <a:ea typeface="Avenir Next Medium"/>
          <a:cs typeface="Avenir Next Medium"/>
        </a:font>
        <a:schemeClr val="accent1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5F6568"/>
              </a:solidFill>
              <a:prstDash val="solid"/>
              <a:miter lim="400000"/>
            </a:ln>
          </a:top>
          <a:bottom>
            <a:ln w="25400" cap="flat">
              <a:solidFill>
                <a:srgbClr val="5F6568"/>
              </a:solidFill>
              <a:prstDash val="solid"/>
              <a:miter lim="400000"/>
            </a:ln>
          </a:bottom>
          <a:insideH>
            <a:ln w="25400" cap="flat">
              <a:solidFill>
                <a:srgbClr val="5F6568"/>
              </a:solidFill>
              <a:prstDash val="solid"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chemeClr val="accent1">
              <a:hueOff val="178262"/>
              <a:satOff val="-8651"/>
              <a:lumOff val="-7254"/>
              <a:alpha val="29000"/>
            </a:schemeClr>
          </a:solidFill>
        </a:fill>
      </a:tcStyle>
    </a:band2H>
    <a:firstCol>
      <a:tcTxStyle b="on" i="off">
        <a:font>
          <a:latin typeface="Avenir Next Demi Bold"/>
          <a:ea typeface="Avenir Next Demi Bold"/>
          <a:cs typeface="Avenir Next Demi Bold"/>
        </a:font>
        <a:srgbClr val="A6AAA9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5F6568"/>
              </a:solidFill>
              <a:prstDash val="solid"/>
              <a:miter lim="400000"/>
            </a:ln>
          </a:top>
          <a:bottom>
            <a:ln w="25400" cap="flat">
              <a:solidFill>
                <a:srgbClr val="5F6568"/>
              </a:solidFill>
              <a:prstDash val="solid"/>
              <a:miter lim="400000"/>
            </a:ln>
          </a:bottom>
          <a:insideH>
            <a:ln w="25400" cap="flat">
              <a:solidFill>
                <a:srgbClr val="5F6568"/>
              </a:solidFill>
              <a:prstDash val="solid"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noFill/>
        </a:fill>
      </a:tcStyle>
    </a:firstCol>
    <a:lastRow>
      <a:tcTxStyle b="on" i="off">
        <a:font>
          <a:latin typeface="Avenir Next Demi Bold"/>
          <a:ea typeface="Avenir Next Demi Bold"/>
          <a:cs typeface="Avenir Next Demi Bold"/>
        </a:font>
        <a:srgbClr val="A6AAA9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63500" cap="flat">
              <a:solidFill>
                <a:srgbClr val="5F6568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25400" cap="flat">
              <a:solidFill>
                <a:srgbClr val="5F6568"/>
              </a:solidFill>
              <a:prstDash val="solid"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Avenir Next Demi Bold"/>
          <a:ea typeface="Avenir Next Demi Bold"/>
          <a:cs typeface="Avenir Next Demi Bold"/>
        </a:font>
        <a:srgbClr val="A6AAA9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63500" cap="flat">
              <a:solidFill>
                <a:srgbClr val="5F6568"/>
              </a:solidFill>
              <a:prstDash val="solid"/>
              <a:miter lim="400000"/>
            </a:ln>
          </a:bottom>
          <a:insideH>
            <a:ln w="25400" cap="flat">
              <a:solidFill>
                <a:srgbClr val="5F6568"/>
              </a:solidFill>
              <a:prstDash val="solid"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noFill/>
        </a:fill>
      </a:tcStyle>
    </a:firstRow>
  </a:tblStyle>
  <a:tblStyle styleId="{C7B018BB-80A7-4F77-B60F-C8B233D01FF8}" styleName="">
    <a:tblBg/>
    <a:wholeTbl>
      <a:tcTxStyle b="off" i="off">
        <a:font>
          <a:latin typeface="Avenir Next Medium"/>
          <a:ea typeface="Avenir Next Medium"/>
          <a:cs typeface="Avenir Next Medium"/>
        </a:font>
        <a:srgbClr val="838787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chemeClr val="accent6">
              <a:alpha val="25000"/>
            </a:schemeClr>
          </a:solidFill>
        </a:fill>
      </a:tcStyle>
    </a:band2H>
    <a:firstCol>
      <a:tcTxStyle b="on" i="off">
        <a:font>
          <a:latin typeface="Avenir Next Demi Bold"/>
          <a:ea typeface="Avenir Next Demi Bold"/>
          <a:cs typeface="Avenir Next Demi Bold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A01D73"/>
          </a:solidFill>
        </a:fill>
      </a:tcStyle>
    </a:firstCol>
    <a:lastRow>
      <a:tcTxStyle b="on" i="off">
        <a:font>
          <a:latin typeface="Avenir Next Demi Bold"/>
          <a:ea typeface="Avenir Next Demi Bold"/>
          <a:cs typeface="Avenir Next Demi Bold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781873"/>
          </a:solidFill>
        </a:fill>
      </a:tcStyle>
    </a:lastRow>
    <a:firstRow>
      <a:tcTxStyle b="on" i="off">
        <a:font>
          <a:latin typeface="Avenir Next Demi Bold"/>
          <a:ea typeface="Avenir Next Demi Bold"/>
          <a:cs typeface="Avenir Next Demi Bold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781873"/>
          </a:solidFill>
        </a:fill>
      </a:tcStyle>
    </a:firstRow>
  </a:tblStyle>
  <a:tblStyle styleId="{EEE7283C-3CF3-47DC-8721-378D4A62B228}" styleName="">
    <a:tblBg/>
    <a:wholeTbl>
      <a:tcTxStyle b="off" i="off">
        <a:font>
          <a:latin typeface="Avenir Next Medium"/>
          <a:ea typeface="Avenir Next Medium"/>
          <a:cs typeface="Avenir Next Medium"/>
        </a:font>
        <a:srgbClr val="838787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5F6568"/>
              </a:solidFill>
              <a:prstDash val="solid"/>
              <a:miter lim="400000"/>
            </a:ln>
          </a:top>
          <a:bottom>
            <a:ln w="25400" cap="flat">
              <a:solidFill>
                <a:srgbClr val="5F6568"/>
              </a:solidFill>
              <a:prstDash val="solid"/>
              <a:miter lim="400000"/>
            </a:ln>
          </a:bottom>
          <a:insideH>
            <a:ln w="25400" cap="flat">
              <a:solidFill>
                <a:srgbClr val="5F6568"/>
              </a:solidFill>
              <a:prstDash val="solid"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DCDEE0">
              <a:alpha val="18000"/>
            </a:srgbClr>
          </a:solidFill>
        </a:fill>
      </a:tcStyle>
    </a:band2H>
    <a:firstCol>
      <a:tcTxStyle b="on" i="off">
        <a:font>
          <a:latin typeface="Avenir Next Demi Bold"/>
          <a:ea typeface="Avenir Next Demi Bold"/>
          <a:cs typeface="Avenir Next Demi Bold"/>
        </a:font>
        <a:srgbClr val="A6AAA9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5F6568"/>
              </a:solidFill>
              <a:prstDash val="solid"/>
              <a:miter lim="400000"/>
            </a:ln>
          </a:top>
          <a:bottom>
            <a:ln w="25400" cap="flat">
              <a:solidFill>
                <a:srgbClr val="5F6568"/>
              </a:solidFill>
              <a:prstDash val="solid"/>
              <a:miter lim="400000"/>
            </a:ln>
          </a:bottom>
          <a:insideH>
            <a:ln w="25400" cap="flat">
              <a:solidFill>
                <a:srgbClr val="5F6568"/>
              </a:solidFill>
              <a:prstDash val="solid"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noFill/>
        </a:fill>
      </a:tcStyle>
    </a:firstCol>
    <a:lastRow>
      <a:tcTxStyle b="on" i="off">
        <a:font>
          <a:latin typeface="Avenir Next Demi Bold"/>
          <a:ea typeface="Avenir Next Demi Bold"/>
          <a:cs typeface="Avenir Next Demi Bold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25400" cap="flat">
              <a:solidFill>
                <a:srgbClr val="5F6568"/>
              </a:solidFill>
              <a:prstDash val="solid"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838787"/>
          </a:solidFill>
        </a:fill>
      </a:tcStyle>
    </a:lastRow>
    <a:firstRow>
      <a:tcTxStyle b="on" i="off">
        <a:font>
          <a:latin typeface="Avenir Next Demi Bold"/>
          <a:ea typeface="Avenir Next Demi Bold"/>
          <a:cs typeface="Avenir Next Demi Bold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25400" cap="flat">
              <a:solidFill>
                <a:srgbClr val="5F6568"/>
              </a:solidFill>
              <a:prstDash val="solid"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5">
              <a:hueOff val="-239254"/>
              <a:lumOff val="-1399"/>
            </a:schemeClr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Avenir Next Medium"/>
          <a:ea typeface="Avenir Next Medium"/>
          <a:cs typeface="Avenir Next Medium"/>
        </a:font>
        <a:srgbClr val="838787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5F6568"/>
              </a:solidFill>
              <a:prstDash val="solid"/>
              <a:miter lim="400000"/>
            </a:ln>
          </a:top>
          <a:bottom>
            <a:ln w="25400" cap="flat">
              <a:solidFill>
                <a:srgbClr val="5F6568"/>
              </a:solidFill>
              <a:prstDash val="solid"/>
              <a:miter lim="400000"/>
            </a:ln>
          </a:bottom>
          <a:insideH>
            <a:ln w="25400" cap="flat">
              <a:solidFill>
                <a:srgbClr val="5F6568"/>
              </a:solidFill>
              <a:prstDash val="solid"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D4EB9B">
              <a:alpha val="26000"/>
            </a:srgbClr>
          </a:solidFill>
        </a:fill>
      </a:tcStyle>
    </a:band2H>
    <a:firstCol>
      <a:tcTxStyle b="on" i="off">
        <a:font>
          <a:latin typeface="Avenir Next Demi Bold"/>
          <a:ea typeface="Avenir Next Demi Bold"/>
          <a:cs typeface="Avenir Next Demi Bold"/>
        </a:font>
        <a:srgbClr val="A6AAA9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5F6568"/>
              </a:solidFill>
              <a:prstDash val="solid"/>
              <a:miter lim="400000"/>
            </a:ln>
          </a:top>
          <a:bottom>
            <a:ln w="25400" cap="flat">
              <a:solidFill>
                <a:srgbClr val="5F6568"/>
              </a:solidFill>
              <a:prstDash val="solid"/>
              <a:miter lim="400000"/>
            </a:ln>
          </a:bottom>
          <a:insideH>
            <a:ln w="25400" cap="flat">
              <a:solidFill>
                <a:srgbClr val="5F6568"/>
              </a:solidFill>
              <a:prstDash val="solid"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noFill/>
        </a:fill>
      </a:tcStyle>
    </a:firstCol>
    <a:lastRow>
      <a:tcTxStyle b="on" i="off">
        <a:font>
          <a:latin typeface="Avenir Next Demi Bold"/>
          <a:ea typeface="Avenir Next Demi Bold"/>
          <a:cs typeface="Avenir Next Demi Bold"/>
        </a:font>
        <a:srgbClr val="A6AAA9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88900" cap="flat">
              <a:solidFill>
                <a:srgbClr val="5F6568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25400" cap="flat">
              <a:solidFill>
                <a:srgbClr val="D4EB9B">
                  <a:alpha val="26000"/>
                </a:srgbClr>
              </a:solidFill>
              <a:prstDash val="solid"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Avenir Next Demi Bold"/>
          <a:ea typeface="Avenir Next Demi Bold"/>
          <a:cs typeface="Avenir Next Demi Bold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63500" cap="flat">
              <a:solidFill>
                <a:srgbClr val="5F6568"/>
              </a:solidFill>
              <a:prstDash val="solid"/>
              <a:miter lim="400000"/>
            </a:ln>
          </a:bottom>
          <a:insideH>
            <a:ln w="25400" cap="flat">
              <a:solidFill>
                <a:srgbClr val="D4EB9B">
                  <a:alpha val="26000"/>
                </a:srgbClr>
              </a:solidFill>
              <a:prstDash val="solid"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147882"/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Avenir Next Medium"/>
          <a:ea typeface="Avenir Next Medium"/>
          <a:cs typeface="Avenir Next Medium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222222"/>
              </a:solidFill>
              <a:prstDash val="solid"/>
              <a:miter lim="400000"/>
            </a:ln>
          </a:top>
          <a:bottom>
            <a:ln w="25400" cap="flat">
              <a:solidFill>
                <a:srgbClr val="222222"/>
              </a:solidFill>
              <a:prstDash val="solid"/>
              <a:miter lim="400000"/>
            </a:ln>
          </a:bottom>
          <a:insideH>
            <a:ln w="25400" cap="flat">
              <a:solidFill>
                <a:srgbClr val="222222"/>
              </a:solidFill>
              <a:prstDash val="solid"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838787">
              <a:alpha val="75000"/>
            </a:srgbClr>
          </a:solidFill>
        </a:fill>
      </a:tcStyle>
    </a:wholeTbl>
    <a:band2H>
      <a:tcTxStyle b="def" i="def"/>
      <a:tcStyle>
        <a:tcBdr/>
        <a:fill>
          <a:solidFill>
            <a:srgbClr val="686A6A">
              <a:alpha val="85000"/>
            </a:srgbClr>
          </a:solidFill>
        </a:fill>
      </a:tcStyle>
    </a:band2H>
    <a:firstCol>
      <a:tcTxStyle b="on" i="off">
        <a:font>
          <a:latin typeface="Avenir Next Demi Bold"/>
          <a:ea typeface="Avenir Next Demi Bold"/>
          <a:cs typeface="Avenir Next Demi Bold"/>
        </a:font>
        <a:srgbClr val="222222"/>
      </a:tcTxStyle>
      <a:tcStyle>
        <a:tcBdr>
          <a:left>
            <a:ln w="12700" cap="flat">
              <a:noFill/>
              <a:miter lim="400000"/>
            </a:ln>
          </a:left>
          <a:right>
            <a:ln w="63500" cap="flat">
              <a:solidFill>
                <a:srgbClr val="222222"/>
              </a:solidFill>
              <a:prstDash val="solid"/>
              <a:miter lim="400000"/>
            </a:ln>
          </a:right>
          <a:top>
            <a:ln w="25400" cap="flat">
              <a:solidFill>
                <a:srgbClr val="222222"/>
              </a:solidFill>
              <a:prstDash val="solid"/>
              <a:miter lim="400000"/>
            </a:ln>
          </a:top>
          <a:bottom>
            <a:ln w="25400" cap="flat">
              <a:solidFill>
                <a:srgbClr val="222222"/>
              </a:solidFill>
              <a:prstDash val="solid"/>
              <a:miter lim="400000"/>
            </a:ln>
          </a:bottom>
          <a:insideH>
            <a:ln w="25400" cap="flat">
              <a:solidFill>
                <a:srgbClr val="222222"/>
              </a:solidFill>
              <a:prstDash val="solid"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686A6A">
              <a:alpha val="85000"/>
            </a:srgbClr>
          </a:solidFill>
        </a:fill>
      </a:tcStyle>
    </a:firstCol>
    <a:lastRow>
      <a:tcTxStyle b="on" i="off">
        <a:font>
          <a:latin typeface="Avenir Next Demi Bold"/>
          <a:ea typeface="Avenir Next Demi Bold"/>
          <a:cs typeface="Avenir Next Demi Bold"/>
        </a:font>
        <a:srgbClr val="3D3D3D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63500" cap="flat">
              <a:solidFill>
                <a:srgbClr val="222222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25400" cap="flat">
              <a:solidFill>
                <a:srgbClr val="222222"/>
              </a:solidFill>
              <a:prstDash val="solid"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838787"/>
          </a:solidFill>
        </a:fill>
      </a:tcStyle>
    </a:lastRow>
    <a:firstRow>
      <a:tcTxStyle b="on" i="off">
        <a:font>
          <a:latin typeface="Avenir Next Demi Bold"/>
          <a:ea typeface="Avenir Next Demi Bold"/>
          <a:cs typeface="Avenir Next Demi Bold"/>
        </a:font>
        <a:srgbClr val="3D3D3D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63500" cap="flat">
              <a:solidFill>
                <a:srgbClr val="222222"/>
              </a:solidFill>
              <a:prstDash val="solid"/>
              <a:miter lim="400000"/>
            </a:ln>
          </a:bottom>
          <a:insideH>
            <a:ln w="25400" cap="flat">
              <a:solidFill>
                <a:srgbClr val="222222"/>
              </a:solidFill>
              <a:prstDash val="solid"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838787"/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Avenir Next Medium"/>
          <a:ea typeface="Avenir Next Medium"/>
          <a:cs typeface="Avenir Next Medium"/>
        </a:font>
        <a:srgbClr val="838787"/>
      </a:tcTxStyle>
      <a:tcStyle>
        <a:tcBdr>
          <a:left>
            <a:ln w="25400" cap="flat">
              <a:solidFill>
                <a:srgbClr val="5F6568"/>
              </a:solidFill>
              <a:prstDash val="solid"/>
              <a:miter lim="400000"/>
            </a:ln>
          </a:left>
          <a:right>
            <a:ln w="25400" cap="flat">
              <a:solidFill>
                <a:srgbClr val="5F6568"/>
              </a:solidFill>
              <a:prstDash val="solid"/>
              <a:miter lim="400000"/>
            </a:ln>
          </a:right>
          <a:top>
            <a:ln w="25400" cap="flat">
              <a:solidFill>
                <a:srgbClr val="5F6568"/>
              </a:solidFill>
              <a:prstDash val="solid"/>
              <a:miter lim="400000"/>
            </a:ln>
          </a:top>
          <a:bottom>
            <a:ln w="25400" cap="flat">
              <a:solidFill>
                <a:srgbClr val="5F6568"/>
              </a:solidFill>
              <a:prstDash val="solid"/>
              <a:miter lim="400000"/>
            </a:ln>
          </a:bottom>
          <a:insideH>
            <a:ln w="25400" cap="flat">
              <a:solidFill>
                <a:srgbClr val="5F6568"/>
              </a:solidFill>
              <a:prstDash val="solid"/>
              <a:miter lim="400000"/>
            </a:ln>
          </a:insideH>
          <a:insideV>
            <a:ln w="25400" cap="flat">
              <a:solidFill>
                <a:srgbClr val="5F6568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DCDEE0">
              <a:alpha val="18000"/>
            </a:srgbClr>
          </a:solidFill>
        </a:fill>
      </a:tcStyle>
    </a:band2H>
    <a:firstCol>
      <a:tcTxStyle b="on" i="off">
        <a:font>
          <a:latin typeface="Avenir Next Demi Bold"/>
          <a:ea typeface="Avenir Next Demi Bold"/>
          <a:cs typeface="Avenir Next Demi Bold"/>
        </a:font>
        <a:srgbClr val="A6AAA9"/>
      </a:tcTxStyle>
      <a:tcStyle>
        <a:tcBdr>
          <a:left>
            <a:ln w="12700" cap="flat">
              <a:noFill/>
              <a:miter lim="400000"/>
            </a:ln>
          </a:left>
          <a:right>
            <a:ln w="63500" cap="flat">
              <a:solidFill>
                <a:srgbClr val="5F6568"/>
              </a:solidFill>
              <a:prstDash val="solid"/>
              <a:miter lim="400000"/>
            </a:ln>
          </a:right>
          <a:top>
            <a:ln w="25400" cap="flat">
              <a:solidFill>
                <a:srgbClr val="5F6568"/>
              </a:solidFill>
              <a:prstDash val="solid"/>
              <a:miter lim="400000"/>
            </a:ln>
          </a:top>
          <a:bottom>
            <a:ln w="25400" cap="flat">
              <a:solidFill>
                <a:srgbClr val="5F6568"/>
              </a:solidFill>
              <a:prstDash val="solid"/>
              <a:miter lim="400000"/>
            </a:ln>
          </a:bottom>
          <a:insideH>
            <a:ln w="25400" cap="flat">
              <a:solidFill>
                <a:srgbClr val="5F6568"/>
              </a:solidFill>
              <a:prstDash val="solid"/>
              <a:miter lim="400000"/>
            </a:ln>
          </a:insideH>
          <a:insideV>
            <a:ln w="25400" cap="flat">
              <a:solidFill>
                <a:srgbClr val="5F6568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>
          <a:latin typeface="Avenir Next Demi Bold"/>
          <a:ea typeface="Avenir Next Demi Bold"/>
          <a:cs typeface="Avenir Next Demi Bold"/>
        </a:font>
        <a:srgbClr val="A6AAA9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63500" cap="flat">
              <a:solidFill>
                <a:srgbClr val="5F6568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25400" cap="flat">
              <a:solidFill>
                <a:srgbClr val="5F6568"/>
              </a:solidFill>
              <a:prstDash val="solid"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Avenir Next Demi Bold"/>
          <a:ea typeface="Avenir Next Demi Bold"/>
          <a:cs typeface="Avenir Next Demi Bold"/>
        </a:font>
        <a:srgbClr val="A6AAA9"/>
      </a:tcTxStyle>
      <a:tcStyle>
        <a:tcBdr>
          <a:left>
            <a:ln w="25400" cap="flat">
              <a:solidFill>
                <a:srgbClr val="5F6568"/>
              </a:solidFill>
              <a:prstDash val="solid"/>
              <a:miter lim="400000"/>
            </a:ln>
          </a:left>
          <a:right>
            <a:ln w="25400" cap="flat">
              <a:solidFill>
                <a:srgbClr val="5F6568"/>
              </a:solidFill>
              <a:prstDash val="solid"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63500" cap="flat">
              <a:solidFill>
                <a:srgbClr val="5F6568"/>
              </a:solidFill>
              <a:prstDash val="solid"/>
              <a:miter lim="400000"/>
            </a:ln>
          </a:bottom>
          <a:insideH>
            <a:ln w="25400" cap="flat">
              <a:solidFill>
                <a:srgbClr val="5F6568"/>
              </a:solidFill>
              <a:prstDash val="solid"/>
              <a:miter lim="400000"/>
            </a:ln>
          </a:insideH>
          <a:insideV>
            <a:ln w="25400" cap="flat">
              <a:solidFill>
                <a:srgbClr val="5F6568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6.xml"/><Relationship Id="rId18" Type="http://schemas.openxmlformats.org/officeDocument/2006/relationships/slide" Target="slides/slide11.xml"/><Relationship Id="rId26" Type="http://schemas.openxmlformats.org/officeDocument/2006/relationships/slide" Target="slides/slide19.xml"/><Relationship Id="rId39" Type="http://schemas.openxmlformats.org/officeDocument/2006/relationships/slide" Target="slides/slide32.xml"/><Relationship Id="rId21" Type="http://schemas.openxmlformats.org/officeDocument/2006/relationships/slide" Target="slides/slide14.xml"/><Relationship Id="rId34" Type="http://schemas.openxmlformats.org/officeDocument/2006/relationships/slide" Target="slides/slide27.xml"/><Relationship Id="rId42" Type="http://schemas.openxmlformats.org/officeDocument/2006/relationships/customXml" Target="../customXml/item2.xml"/><Relationship Id="rId7" Type="http://schemas.openxmlformats.org/officeDocument/2006/relationships/notesMaster" Target="notesMasters/notesMaster1.xml"/><Relationship Id="rId2" Type="http://schemas.openxmlformats.org/officeDocument/2006/relationships/viewProps" Target="viewProps.xml"/><Relationship Id="rId16" Type="http://schemas.openxmlformats.org/officeDocument/2006/relationships/slide" Target="slides/slide9.xml"/><Relationship Id="rId20" Type="http://schemas.openxmlformats.org/officeDocument/2006/relationships/slide" Target="slides/slide13.xml"/><Relationship Id="rId29" Type="http://schemas.openxmlformats.org/officeDocument/2006/relationships/slide" Target="slides/slide22.xml"/><Relationship Id="rId41" Type="http://schemas.openxmlformats.org/officeDocument/2006/relationships/customXml" Target="../customXml/item1.xml"/><Relationship Id="rId1" Type="http://schemas.openxmlformats.org/officeDocument/2006/relationships/presProps" Target="presProps.xml"/><Relationship Id="rId6" Type="http://schemas.openxmlformats.org/officeDocument/2006/relationships/theme" Target="theme/theme1.xml"/><Relationship Id="rId11" Type="http://schemas.openxmlformats.org/officeDocument/2006/relationships/slide" Target="slides/slide4.xml"/><Relationship Id="rId24" Type="http://schemas.openxmlformats.org/officeDocument/2006/relationships/slide" Target="slides/slide17.xml"/><Relationship Id="rId32" Type="http://schemas.openxmlformats.org/officeDocument/2006/relationships/slide" Target="slides/slide25.xml"/><Relationship Id="rId37" Type="http://schemas.openxmlformats.org/officeDocument/2006/relationships/slide" Target="slides/slide30.xml"/><Relationship Id="rId40" Type="http://schemas.openxmlformats.org/officeDocument/2006/relationships/slide" Target="slides/slide33.xml"/><Relationship Id="rId5" Type="http://schemas.openxmlformats.org/officeDocument/2006/relationships/slideMaster" Target="slideMasters/slideMaster1.xml"/><Relationship Id="rId15" Type="http://schemas.openxmlformats.org/officeDocument/2006/relationships/slide" Target="slides/slide8.xml"/><Relationship Id="rId23" Type="http://schemas.openxmlformats.org/officeDocument/2006/relationships/slide" Target="slides/slide16.xml"/><Relationship Id="rId28" Type="http://schemas.openxmlformats.org/officeDocument/2006/relationships/slide" Target="slides/slide21.xml"/><Relationship Id="rId36" Type="http://schemas.openxmlformats.org/officeDocument/2006/relationships/slide" Target="slides/slide29.xml"/><Relationship Id="rId10" Type="http://schemas.openxmlformats.org/officeDocument/2006/relationships/slide" Target="slides/slide3.xml"/><Relationship Id="rId19" Type="http://schemas.openxmlformats.org/officeDocument/2006/relationships/slide" Target="slides/slide12.xml"/><Relationship Id="rId31" Type="http://schemas.openxmlformats.org/officeDocument/2006/relationships/slide" Target="slides/slide24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14" Type="http://schemas.openxmlformats.org/officeDocument/2006/relationships/slide" Target="slides/slide7.xml"/><Relationship Id="rId22" Type="http://schemas.openxmlformats.org/officeDocument/2006/relationships/slide" Target="slides/slide15.xml"/><Relationship Id="rId27" Type="http://schemas.openxmlformats.org/officeDocument/2006/relationships/slide" Target="slides/slide20.xml"/><Relationship Id="rId30" Type="http://schemas.openxmlformats.org/officeDocument/2006/relationships/slide" Target="slides/slide23.xml"/><Relationship Id="rId35" Type="http://schemas.openxmlformats.org/officeDocument/2006/relationships/slide" Target="slides/slide28.xml"/><Relationship Id="rId43" Type="http://schemas.openxmlformats.org/officeDocument/2006/relationships/customXml" Target="../customXml/item3.xml"/><Relationship Id="rId8" Type="http://schemas.openxmlformats.org/officeDocument/2006/relationships/slide" Target="slides/slide1.xml"/><Relationship Id="rId3" Type="http://schemas.openxmlformats.org/officeDocument/2006/relationships/commentAuthors" Target="commentAuthors.xml"/><Relationship Id="rId12" Type="http://schemas.openxmlformats.org/officeDocument/2006/relationships/slide" Target="slides/slide5.xml"/><Relationship Id="rId17" Type="http://schemas.openxmlformats.org/officeDocument/2006/relationships/slide" Target="slides/slide10.xml"/><Relationship Id="rId25" Type="http://schemas.openxmlformats.org/officeDocument/2006/relationships/slide" Target="slides/slide18.xml"/><Relationship Id="rId33" Type="http://schemas.openxmlformats.org/officeDocument/2006/relationships/slide" Target="slides/slide26.xml"/><Relationship Id="rId38" Type="http://schemas.openxmlformats.org/officeDocument/2006/relationships/slide" Target="slides/slide31.xml"/>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Shape 163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64" name="Shape 164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1pPr>
    <a:lvl2pPr indent="228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2pPr>
    <a:lvl3pPr indent="457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3pPr>
    <a:lvl4pPr indent="685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4pPr>
    <a:lvl5pPr indent="9144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5pPr>
    <a:lvl6pPr indent="11430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6pPr>
    <a:lvl7pPr indent="1371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7pPr>
    <a:lvl8pPr indent="1600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8pPr>
    <a:lvl9pPr indent="1828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0" showMasterPhAnim="1">
  <p:cSld name="Titel och undertitel">
    <p:bg>
      <p:bgPr>
        <a:solidFill>
          <a:srgbClr val="2222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Linje"/>
          <p:cNvSpPr/>
          <p:nvPr/>
        </p:nvSpPr>
        <p:spPr>
          <a:xfrm flipV="1">
            <a:off x="762000" y="8635632"/>
            <a:ext cx="22859999" cy="369"/>
          </a:xfrm>
          <a:prstGeom prst="line">
            <a:avLst/>
          </a:prstGeom>
          <a:ln w="50800">
            <a:solidFill>
              <a:srgbClr val="A6AAA9"/>
            </a:solidFill>
            <a:miter lim="400000"/>
          </a:ln>
        </p:spPr>
        <p:txBody>
          <a:bodyPr lIns="50800" tIns="50800" rIns="50800" bIns="50800" anchor="ctr"/>
          <a:lstStyle/>
          <a:p>
            <a:pPr defTabSz="457200">
              <a:spcBef>
                <a:spcPts val="0"/>
              </a:spcBef>
              <a:defRPr sz="1200"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defRPr>
            </a:pPr>
          </a:p>
        </p:txBody>
      </p:sp>
      <p:sp>
        <p:nvSpPr>
          <p:cNvPr id="13" name="Titeltext"/>
          <p:cNvSpPr txBox="1"/>
          <p:nvPr>
            <p:ph type="title"/>
          </p:nvPr>
        </p:nvSpPr>
        <p:spPr>
          <a:xfrm>
            <a:off x="762000" y="9042400"/>
            <a:ext cx="22860000" cy="3810000"/>
          </a:xfrm>
          <a:prstGeom prst="rect">
            <a:avLst/>
          </a:prstGeom>
        </p:spPr>
        <p:txBody>
          <a:bodyPr/>
          <a:lstStyle>
            <a:lvl1pPr>
              <a:spcBef>
                <a:spcPts val="0"/>
              </a:spcBef>
              <a:defRPr sz="30300"/>
            </a:lvl1pPr>
          </a:lstStyle>
          <a:p>
            <a:pPr/>
            <a:r>
              <a:t>Titeltext</a:t>
            </a:r>
          </a:p>
        </p:txBody>
      </p:sp>
      <p:sp>
        <p:nvSpPr>
          <p:cNvPr id="14" name="Brödtext nivå ett…"/>
          <p:cNvSpPr txBox="1"/>
          <p:nvPr>
            <p:ph type="body" sz="quarter" idx="1"/>
          </p:nvPr>
        </p:nvSpPr>
        <p:spPr>
          <a:xfrm>
            <a:off x="762000" y="5994400"/>
            <a:ext cx="22860000" cy="2540000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80000"/>
              </a:lnSpc>
              <a:spcBef>
                <a:spcPts val="3200"/>
              </a:spcBef>
              <a:buClrTx/>
              <a:buSzTx/>
              <a:buFontTx/>
              <a:buNone/>
              <a:defRPr cap="all" sz="7700">
                <a:solidFill>
                  <a:srgbClr val="A6AAA9"/>
                </a:solidFill>
                <a:latin typeface="DIN Alternate Bold"/>
                <a:ea typeface="DIN Alternate Bold"/>
                <a:cs typeface="DIN Alternate Bold"/>
                <a:sym typeface="DIN Alternate Bold"/>
              </a:defRPr>
            </a:lvl1pPr>
            <a:lvl2pPr marL="0" indent="0">
              <a:lnSpc>
                <a:spcPct val="80000"/>
              </a:lnSpc>
              <a:spcBef>
                <a:spcPts val="3200"/>
              </a:spcBef>
              <a:buClrTx/>
              <a:buSzTx/>
              <a:buFontTx/>
              <a:buNone/>
              <a:defRPr cap="all" sz="7700">
                <a:solidFill>
                  <a:srgbClr val="A6AAA9"/>
                </a:solidFill>
                <a:latin typeface="DIN Alternate Bold"/>
                <a:ea typeface="DIN Alternate Bold"/>
                <a:cs typeface="DIN Alternate Bold"/>
                <a:sym typeface="DIN Alternate Bold"/>
              </a:defRPr>
            </a:lvl2pPr>
            <a:lvl3pPr marL="0" indent="0">
              <a:lnSpc>
                <a:spcPct val="80000"/>
              </a:lnSpc>
              <a:spcBef>
                <a:spcPts val="3200"/>
              </a:spcBef>
              <a:buClrTx/>
              <a:buSzTx/>
              <a:buFontTx/>
              <a:buNone/>
              <a:defRPr cap="all" sz="7700">
                <a:solidFill>
                  <a:srgbClr val="A6AAA9"/>
                </a:solidFill>
                <a:latin typeface="DIN Alternate Bold"/>
                <a:ea typeface="DIN Alternate Bold"/>
                <a:cs typeface="DIN Alternate Bold"/>
                <a:sym typeface="DIN Alternate Bold"/>
              </a:defRPr>
            </a:lvl3pPr>
            <a:lvl4pPr marL="0" indent="0">
              <a:lnSpc>
                <a:spcPct val="80000"/>
              </a:lnSpc>
              <a:spcBef>
                <a:spcPts val="3200"/>
              </a:spcBef>
              <a:buClrTx/>
              <a:buSzTx/>
              <a:buFontTx/>
              <a:buNone/>
              <a:defRPr cap="all" sz="7700">
                <a:solidFill>
                  <a:srgbClr val="A6AAA9"/>
                </a:solidFill>
                <a:latin typeface="DIN Alternate Bold"/>
                <a:ea typeface="DIN Alternate Bold"/>
                <a:cs typeface="DIN Alternate Bold"/>
                <a:sym typeface="DIN Alternate Bold"/>
              </a:defRPr>
            </a:lvl4pPr>
            <a:lvl5pPr marL="0" indent="0">
              <a:lnSpc>
                <a:spcPct val="80000"/>
              </a:lnSpc>
              <a:spcBef>
                <a:spcPts val="3200"/>
              </a:spcBef>
              <a:buClrTx/>
              <a:buSzTx/>
              <a:buFontTx/>
              <a:buNone/>
              <a:defRPr cap="all" sz="7700">
                <a:solidFill>
                  <a:srgbClr val="A6AAA9"/>
                </a:solidFill>
                <a:latin typeface="DIN Alternate Bold"/>
                <a:ea typeface="DIN Alternate Bold"/>
                <a:cs typeface="DIN Alternate Bold"/>
                <a:sym typeface="DIN Alternate Bold"/>
              </a:defRPr>
            </a:lvl5pPr>
          </a:lstStyle>
          <a:p>
            <a:pPr/>
            <a:r>
              <a:t>Brödtext nivå ett</a:t>
            </a:r>
          </a:p>
          <a:p>
            <a:pPr lvl="1"/>
            <a:r>
              <a:t>Brödtext nivå två</a:t>
            </a:r>
          </a:p>
          <a:p>
            <a:pPr lvl="2"/>
            <a:r>
              <a:t>Brödtext nivå tre</a:t>
            </a:r>
          </a:p>
          <a:p>
            <a:pPr lvl="3"/>
            <a:r>
              <a:t>Brödtext nivå fyra</a:t>
            </a:r>
          </a:p>
          <a:p>
            <a:pPr lvl="4"/>
            <a:r>
              <a:t>Brödtext nivå fem</a:t>
            </a:r>
          </a:p>
        </p:txBody>
      </p:sp>
      <p:sp>
        <p:nvSpPr>
          <p:cNvPr id="15" name="Diabildsnummer"/>
          <p:cNvSpPr txBox="1"/>
          <p:nvPr>
            <p:ph type="sldNum" sz="quarter" idx="2"/>
          </p:nvPr>
        </p:nvSpPr>
        <p:spPr>
          <a:xfrm>
            <a:off x="23063200" y="609600"/>
            <a:ext cx="553195" cy="635000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Foto – Horisontellt">
    <p:bg>
      <p:bgPr>
        <a:solidFill>
          <a:srgbClr val="2222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Bild"/>
          <p:cNvSpPr/>
          <p:nvPr>
            <p:ph type="pic" idx="21"/>
          </p:nvPr>
        </p:nvSpPr>
        <p:spPr>
          <a:xfrm>
            <a:off x="-38100" y="-1219200"/>
            <a:ext cx="24460200" cy="16145934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23" name="Linje"/>
          <p:cNvSpPr/>
          <p:nvPr/>
        </p:nvSpPr>
        <p:spPr>
          <a:xfrm flipV="1">
            <a:off x="762000" y="8635632"/>
            <a:ext cx="22859999" cy="369"/>
          </a:xfrm>
          <a:prstGeom prst="line">
            <a:avLst/>
          </a:prstGeom>
          <a:ln w="50800">
            <a:solidFill>
              <a:srgbClr val="A6AAA9"/>
            </a:solidFill>
            <a:miter lim="400000"/>
          </a:ln>
        </p:spPr>
        <p:txBody>
          <a:bodyPr lIns="50800" tIns="50800" rIns="50800" bIns="50800" anchor="ctr"/>
          <a:lstStyle/>
          <a:p>
            <a:pPr defTabSz="457200">
              <a:spcBef>
                <a:spcPts val="0"/>
              </a:spcBef>
              <a:defRPr sz="1200"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defRPr>
            </a:pPr>
          </a:p>
        </p:txBody>
      </p:sp>
      <p:sp>
        <p:nvSpPr>
          <p:cNvPr id="24" name="Titeltext"/>
          <p:cNvSpPr txBox="1"/>
          <p:nvPr>
            <p:ph type="title"/>
          </p:nvPr>
        </p:nvSpPr>
        <p:spPr>
          <a:xfrm>
            <a:off x="762000" y="9042400"/>
            <a:ext cx="22860000" cy="3810000"/>
          </a:xfrm>
          <a:prstGeom prst="rect">
            <a:avLst/>
          </a:prstGeom>
        </p:spPr>
        <p:txBody>
          <a:bodyPr/>
          <a:lstStyle>
            <a:lvl1pPr>
              <a:spcBef>
                <a:spcPts val="0"/>
              </a:spcBef>
              <a:defRPr sz="30300"/>
            </a:lvl1pPr>
          </a:lstStyle>
          <a:p>
            <a:pPr/>
            <a:r>
              <a:t>Titeltext</a:t>
            </a:r>
          </a:p>
        </p:txBody>
      </p:sp>
      <p:sp>
        <p:nvSpPr>
          <p:cNvPr id="25" name="Brödtext nivå ett…"/>
          <p:cNvSpPr txBox="1"/>
          <p:nvPr>
            <p:ph type="body" sz="quarter" idx="1"/>
          </p:nvPr>
        </p:nvSpPr>
        <p:spPr>
          <a:xfrm>
            <a:off x="762000" y="5994400"/>
            <a:ext cx="22860000" cy="2540000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80000"/>
              </a:lnSpc>
              <a:spcBef>
                <a:spcPts val="3200"/>
              </a:spcBef>
              <a:buClrTx/>
              <a:buSzTx/>
              <a:buFontTx/>
              <a:buNone/>
              <a:defRPr cap="all" sz="7700">
                <a:solidFill>
                  <a:srgbClr val="A6AAA9"/>
                </a:solidFill>
                <a:latin typeface="DIN Alternate Bold"/>
                <a:ea typeface="DIN Alternate Bold"/>
                <a:cs typeface="DIN Alternate Bold"/>
                <a:sym typeface="DIN Alternate Bold"/>
              </a:defRPr>
            </a:lvl1pPr>
            <a:lvl2pPr marL="0" indent="0">
              <a:lnSpc>
                <a:spcPct val="80000"/>
              </a:lnSpc>
              <a:spcBef>
                <a:spcPts val="3200"/>
              </a:spcBef>
              <a:buClrTx/>
              <a:buSzTx/>
              <a:buFontTx/>
              <a:buNone/>
              <a:defRPr cap="all" sz="7700">
                <a:solidFill>
                  <a:srgbClr val="A6AAA9"/>
                </a:solidFill>
                <a:latin typeface="DIN Alternate Bold"/>
                <a:ea typeface="DIN Alternate Bold"/>
                <a:cs typeface="DIN Alternate Bold"/>
                <a:sym typeface="DIN Alternate Bold"/>
              </a:defRPr>
            </a:lvl2pPr>
            <a:lvl3pPr marL="0" indent="0">
              <a:lnSpc>
                <a:spcPct val="80000"/>
              </a:lnSpc>
              <a:spcBef>
                <a:spcPts val="3200"/>
              </a:spcBef>
              <a:buClrTx/>
              <a:buSzTx/>
              <a:buFontTx/>
              <a:buNone/>
              <a:defRPr cap="all" sz="7700">
                <a:solidFill>
                  <a:srgbClr val="A6AAA9"/>
                </a:solidFill>
                <a:latin typeface="DIN Alternate Bold"/>
                <a:ea typeface="DIN Alternate Bold"/>
                <a:cs typeface="DIN Alternate Bold"/>
                <a:sym typeface="DIN Alternate Bold"/>
              </a:defRPr>
            </a:lvl3pPr>
            <a:lvl4pPr marL="0" indent="0">
              <a:lnSpc>
                <a:spcPct val="80000"/>
              </a:lnSpc>
              <a:spcBef>
                <a:spcPts val="3200"/>
              </a:spcBef>
              <a:buClrTx/>
              <a:buSzTx/>
              <a:buFontTx/>
              <a:buNone/>
              <a:defRPr cap="all" sz="7700">
                <a:solidFill>
                  <a:srgbClr val="A6AAA9"/>
                </a:solidFill>
                <a:latin typeface="DIN Alternate Bold"/>
                <a:ea typeface="DIN Alternate Bold"/>
                <a:cs typeface="DIN Alternate Bold"/>
                <a:sym typeface="DIN Alternate Bold"/>
              </a:defRPr>
            </a:lvl4pPr>
            <a:lvl5pPr marL="0" indent="0">
              <a:lnSpc>
                <a:spcPct val="80000"/>
              </a:lnSpc>
              <a:spcBef>
                <a:spcPts val="3200"/>
              </a:spcBef>
              <a:buClrTx/>
              <a:buSzTx/>
              <a:buFontTx/>
              <a:buNone/>
              <a:defRPr cap="all" sz="7700">
                <a:solidFill>
                  <a:srgbClr val="A6AAA9"/>
                </a:solidFill>
                <a:latin typeface="DIN Alternate Bold"/>
                <a:ea typeface="DIN Alternate Bold"/>
                <a:cs typeface="DIN Alternate Bold"/>
                <a:sym typeface="DIN Alternate Bold"/>
              </a:defRPr>
            </a:lvl5pPr>
          </a:lstStyle>
          <a:p>
            <a:pPr/>
            <a:r>
              <a:t>Brödtext nivå ett</a:t>
            </a:r>
          </a:p>
          <a:p>
            <a:pPr lvl="1"/>
            <a:r>
              <a:t>Brödtext nivå två</a:t>
            </a:r>
          </a:p>
          <a:p>
            <a:pPr lvl="2"/>
            <a:r>
              <a:t>Brödtext nivå tre</a:t>
            </a:r>
          </a:p>
          <a:p>
            <a:pPr lvl="3"/>
            <a:r>
              <a:t>Brödtext nivå fyra</a:t>
            </a:r>
          </a:p>
          <a:p>
            <a:pPr lvl="4"/>
            <a:r>
              <a:t>Brödtext nivå fem</a:t>
            </a:r>
          </a:p>
        </p:txBody>
      </p:sp>
      <p:sp>
        <p:nvSpPr>
          <p:cNvPr id="26" name="Diabildsnummer"/>
          <p:cNvSpPr txBox="1"/>
          <p:nvPr>
            <p:ph type="sldNum" sz="quarter" idx="2"/>
          </p:nvPr>
        </p:nvSpPr>
        <p:spPr>
          <a:xfrm>
            <a:off x="23063200" y="609600"/>
            <a:ext cx="553195" cy="635000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Titel och undertext, alt.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Linje"/>
          <p:cNvSpPr/>
          <p:nvPr/>
        </p:nvSpPr>
        <p:spPr>
          <a:xfrm flipV="1">
            <a:off x="762000" y="8635632"/>
            <a:ext cx="22859999" cy="369"/>
          </a:xfrm>
          <a:prstGeom prst="line">
            <a:avLst/>
          </a:prstGeom>
          <a:ln w="50800">
            <a:solidFill>
              <a:srgbClr val="A6AAA9"/>
            </a:solidFill>
            <a:miter lim="400000"/>
          </a:ln>
        </p:spPr>
        <p:txBody>
          <a:bodyPr lIns="50800" tIns="50800" rIns="50800" bIns="50800" anchor="ctr"/>
          <a:lstStyle/>
          <a:p>
            <a:pPr defTabSz="457200">
              <a:spcBef>
                <a:spcPts val="0"/>
              </a:spcBef>
              <a:defRPr sz="1200"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defRPr>
            </a:pPr>
          </a:p>
        </p:txBody>
      </p:sp>
      <p:sp>
        <p:nvSpPr>
          <p:cNvPr id="34" name="Titeltext"/>
          <p:cNvSpPr txBox="1"/>
          <p:nvPr>
            <p:ph type="title"/>
          </p:nvPr>
        </p:nvSpPr>
        <p:spPr>
          <a:xfrm>
            <a:off x="762000" y="9042400"/>
            <a:ext cx="22860000" cy="3810000"/>
          </a:xfrm>
          <a:prstGeom prst="rect">
            <a:avLst/>
          </a:prstGeom>
        </p:spPr>
        <p:txBody>
          <a:bodyPr/>
          <a:lstStyle>
            <a:lvl1pPr>
              <a:spcBef>
                <a:spcPts val="0"/>
              </a:spcBef>
              <a:defRPr sz="30300"/>
            </a:lvl1pPr>
          </a:lstStyle>
          <a:p>
            <a:pPr/>
            <a:r>
              <a:t>Titeltext</a:t>
            </a:r>
          </a:p>
        </p:txBody>
      </p:sp>
      <p:sp>
        <p:nvSpPr>
          <p:cNvPr id="35" name="Brödtext nivå ett…"/>
          <p:cNvSpPr txBox="1"/>
          <p:nvPr>
            <p:ph type="body" sz="quarter" idx="1"/>
          </p:nvPr>
        </p:nvSpPr>
        <p:spPr>
          <a:xfrm>
            <a:off x="762000" y="5994400"/>
            <a:ext cx="22860000" cy="2540000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80000"/>
              </a:lnSpc>
              <a:spcBef>
                <a:spcPts val="3200"/>
              </a:spcBef>
              <a:buClrTx/>
              <a:buSzTx/>
              <a:buFontTx/>
              <a:buNone/>
              <a:defRPr cap="all" sz="7700">
                <a:solidFill>
                  <a:srgbClr val="A6AAA9"/>
                </a:solidFill>
                <a:latin typeface="DIN Alternate Bold"/>
                <a:ea typeface="DIN Alternate Bold"/>
                <a:cs typeface="DIN Alternate Bold"/>
                <a:sym typeface="DIN Alternate Bold"/>
              </a:defRPr>
            </a:lvl1pPr>
            <a:lvl2pPr marL="0" indent="0">
              <a:lnSpc>
                <a:spcPct val="80000"/>
              </a:lnSpc>
              <a:spcBef>
                <a:spcPts val="3200"/>
              </a:spcBef>
              <a:buClrTx/>
              <a:buSzTx/>
              <a:buFontTx/>
              <a:buNone/>
              <a:defRPr cap="all" sz="7700">
                <a:solidFill>
                  <a:srgbClr val="A6AAA9"/>
                </a:solidFill>
                <a:latin typeface="DIN Alternate Bold"/>
                <a:ea typeface="DIN Alternate Bold"/>
                <a:cs typeface="DIN Alternate Bold"/>
                <a:sym typeface="DIN Alternate Bold"/>
              </a:defRPr>
            </a:lvl2pPr>
            <a:lvl3pPr marL="0" indent="0">
              <a:lnSpc>
                <a:spcPct val="80000"/>
              </a:lnSpc>
              <a:spcBef>
                <a:spcPts val="3200"/>
              </a:spcBef>
              <a:buClrTx/>
              <a:buSzTx/>
              <a:buFontTx/>
              <a:buNone/>
              <a:defRPr cap="all" sz="7700">
                <a:solidFill>
                  <a:srgbClr val="A6AAA9"/>
                </a:solidFill>
                <a:latin typeface="DIN Alternate Bold"/>
                <a:ea typeface="DIN Alternate Bold"/>
                <a:cs typeface="DIN Alternate Bold"/>
                <a:sym typeface="DIN Alternate Bold"/>
              </a:defRPr>
            </a:lvl3pPr>
            <a:lvl4pPr marL="0" indent="0">
              <a:lnSpc>
                <a:spcPct val="80000"/>
              </a:lnSpc>
              <a:spcBef>
                <a:spcPts val="3200"/>
              </a:spcBef>
              <a:buClrTx/>
              <a:buSzTx/>
              <a:buFontTx/>
              <a:buNone/>
              <a:defRPr cap="all" sz="7700">
                <a:solidFill>
                  <a:srgbClr val="A6AAA9"/>
                </a:solidFill>
                <a:latin typeface="DIN Alternate Bold"/>
                <a:ea typeface="DIN Alternate Bold"/>
                <a:cs typeface="DIN Alternate Bold"/>
                <a:sym typeface="DIN Alternate Bold"/>
              </a:defRPr>
            </a:lvl4pPr>
            <a:lvl5pPr marL="0" indent="0">
              <a:lnSpc>
                <a:spcPct val="80000"/>
              </a:lnSpc>
              <a:spcBef>
                <a:spcPts val="3200"/>
              </a:spcBef>
              <a:buClrTx/>
              <a:buSzTx/>
              <a:buFontTx/>
              <a:buNone/>
              <a:defRPr cap="all" sz="7700">
                <a:solidFill>
                  <a:srgbClr val="A6AAA9"/>
                </a:solidFill>
                <a:latin typeface="DIN Alternate Bold"/>
                <a:ea typeface="DIN Alternate Bold"/>
                <a:cs typeface="DIN Alternate Bold"/>
                <a:sym typeface="DIN Alternate Bold"/>
              </a:defRPr>
            </a:lvl5pPr>
          </a:lstStyle>
          <a:p>
            <a:pPr/>
            <a:r>
              <a:t>Brödtext nivå ett</a:t>
            </a:r>
          </a:p>
          <a:p>
            <a:pPr lvl="1"/>
            <a:r>
              <a:t>Brödtext nivå två</a:t>
            </a:r>
          </a:p>
          <a:p>
            <a:pPr lvl="2"/>
            <a:r>
              <a:t>Brödtext nivå tre</a:t>
            </a:r>
          </a:p>
          <a:p>
            <a:pPr lvl="3"/>
            <a:r>
              <a:t>Brödtext nivå fyra</a:t>
            </a:r>
          </a:p>
          <a:p>
            <a:pPr lvl="4"/>
            <a:r>
              <a:t>Brödtext nivå fem</a:t>
            </a:r>
          </a:p>
        </p:txBody>
      </p:sp>
      <p:sp>
        <p:nvSpPr>
          <p:cNvPr id="36" name="Diabildsnummer"/>
          <p:cNvSpPr txBox="1"/>
          <p:nvPr>
            <p:ph type="sldNum" sz="quarter" idx="2"/>
          </p:nvPr>
        </p:nvSpPr>
        <p:spPr>
          <a:xfrm>
            <a:off x="23013221" y="584200"/>
            <a:ext cx="553195" cy="635000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Titel – Centrerad">
    <p:bg>
      <p:bgPr>
        <a:solidFill>
          <a:srgbClr val="2222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Titeltext"/>
          <p:cNvSpPr txBox="1"/>
          <p:nvPr>
            <p:ph type="title"/>
          </p:nvPr>
        </p:nvSpPr>
        <p:spPr>
          <a:xfrm>
            <a:off x="762000" y="5676900"/>
            <a:ext cx="22860000" cy="6350000"/>
          </a:xfrm>
          <a:prstGeom prst="rect">
            <a:avLst/>
          </a:prstGeom>
        </p:spPr>
        <p:txBody>
          <a:bodyPr/>
          <a:lstStyle>
            <a:lvl1pPr>
              <a:spcBef>
                <a:spcPts val="0"/>
              </a:spcBef>
              <a:defRPr sz="30300"/>
            </a:lvl1pPr>
          </a:lstStyle>
          <a:p>
            <a:pPr/>
            <a:r>
              <a:t>Titeltext</a:t>
            </a:r>
          </a:p>
        </p:txBody>
      </p:sp>
      <p:sp>
        <p:nvSpPr>
          <p:cNvPr id="44" name="Diabildsnummer"/>
          <p:cNvSpPr txBox="1"/>
          <p:nvPr>
            <p:ph type="sldNum" sz="quarter" idx="2"/>
          </p:nvPr>
        </p:nvSpPr>
        <p:spPr>
          <a:xfrm>
            <a:off x="23063200" y="609600"/>
            <a:ext cx="553195" cy="635000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Foto – Vertikalt">
    <p:bg>
      <p:bgPr>
        <a:solidFill>
          <a:srgbClr val="2222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Linje"/>
          <p:cNvSpPr/>
          <p:nvPr/>
        </p:nvSpPr>
        <p:spPr>
          <a:xfrm flipV="1">
            <a:off x="11049000" y="8635798"/>
            <a:ext cx="12572997" cy="203"/>
          </a:xfrm>
          <a:prstGeom prst="line">
            <a:avLst/>
          </a:prstGeom>
          <a:ln w="50800">
            <a:solidFill>
              <a:srgbClr val="A6AAA9"/>
            </a:solidFill>
            <a:miter lim="400000"/>
          </a:ln>
        </p:spPr>
        <p:txBody>
          <a:bodyPr lIns="50800" tIns="50800" rIns="50800" bIns="50800" anchor="ctr"/>
          <a:lstStyle/>
          <a:p>
            <a:pPr defTabSz="457200">
              <a:spcBef>
                <a:spcPts val="0"/>
              </a:spcBef>
              <a:defRPr sz="1200"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defRPr>
            </a:pPr>
          </a:p>
        </p:txBody>
      </p:sp>
      <p:sp>
        <p:nvSpPr>
          <p:cNvPr id="52" name="Bild"/>
          <p:cNvSpPr/>
          <p:nvPr>
            <p:ph type="pic" idx="21"/>
          </p:nvPr>
        </p:nvSpPr>
        <p:spPr>
          <a:xfrm>
            <a:off x="-190500" y="0"/>
            <a:ext cx="12428272" cy="137160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53" name="Titeltext"/>
          <p:cNvSpPr txBox="1"/>
          <p:nvPr>
            <p:ph type="title"/>
          </p:nvPr>
        </p:nvSpPr>
        <p:spPr>
          <a:xfrm>
            <a:off x="11049000" y="9042400"/>
            <a:ext cx="12573000" cy="3810000"/>
          </a:xfrm>
          <a:prstGeom prst="rect">
            <a:avLst/>
          </a:prstGeom>
        </p:spPr>
        <p:txBody>
          <a:bodyPr/>
          <a:lstStyle>
            <a:lvl1pPr>
              <a:spcBef>
                <a:spcPts val="0"/>
              </a:spcBef>
              <a:defRPr sz="30300"/>
            </a:lvl1pPr>
          </a:lstStyle>
          <a:p>
            <a:pPr/>
            <a:r>
              <a:t>Titeltext</a:t>
            </a:r>
          </a:p>
        </p:txBody>
      </p:sp>
      <p:sp>
        <p:nvSpPr>
          <p:cNvPr id="54" name="Brödtext nivå ett…"/>
          <p:cNvSpPr txBox="1"/>
          <p:nvPr>
            <p:ph type="body" sz="quarter" idx="1"/>
          </p:nvPr>
        </p:nvSpPr>
        <p:spPr>
          <a:xfrm>
            <a:off x="11049000" y="5994400"/>
            <a:ext cx="12573000" cy="2540000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80000"/>
              </a:lnSpc>
              <a:spcBef>
                <a:spcPts val="3200"/>
              </a:spcBef>
              <a:buClrTx/>
              <a:buSzTx/>
              <a:buFontTx/>
              <a:buNone/>
              <a:defRPr cap="all" sz="7700">
                <a:solidFill>
                  <a:srgbClr val="A6AAA9"/>
                </a:solidFill>
                <a:latin typeface="DIN Alternate Bold"/>
                <a:ea typeface="DIN Alternate Bold"/>
                <a:cs typeface="DIN Alternate Bold"/>
                <a:sym typeface="DIN Alternate Bold"/>
              </a:defRPr>
            </a:lvl1pPr>
            <a:lvl2pPr marL="0" indent="0">
              <a:lnSpc>
                <a:spcPct val="80000"/>
              </a:lnSpc>
              <a:spcBef>
                <a:spcPts val="3200"/>
              </a:spcBef>
              <a:buClrTx/>
              <a:buSzTx/>
              <a:buFontTx/>
              <a:buNone/>
              <a:defRPr cap="all" sz="7700">
                <a:solidFill>
                  <a:srgbClr val="A6AAA9"/>
                </a:solidFill>
                <a:latin typeface="DIN Alternate Bold"/>
                <a:ea typeface="DIN Alternate Bold"/>
                <a:cs typeface="DIN Alternate Bold"/>
                <a:sym typeface="DIN Alternate Bold"/>
              </a:defRPr>
            </a:lvl2pPr>
            <a:lvl3pPr marL="0" indent="0">
              <a:lnSpc>
                <a:spcPct val="80000"/>
              </a:lnSpc>
              <a:spcBef>
                <a:spcPts val="3200"/>
              </a:spcBef>
              <a:buClrTx/>
              <a:buSzTx/>
              <a:buFontTx/>
              <a:buNone/>
              <a:defRPr cap="all" sz="7700">
                <a:solidFill>
                  <a:srgbClr val="A6AAA9"/>
                </a:solidFill>
                <a:latin typeface="DIN Alternate Bold"/>
                <a:ea typeface="DIN Alternate Bold"/>
                <a:cs typeface="DIN Alternate Bold"/>
                <a:sym typeface="DIN Alternate Bold"/>
              </a:defRPr>
            </a:lvl3pPr>
            <a:lvl4pPr marL="0" indent="0">
              <a:lnSpc>
                <a:spcPct val="80000"/>
              </a:lnSpc>
              <a:spcBef>
                <a:spcPts val="3200"/>
              </a:spcBef>
              <a:buClrTx/>
              <a:buSzTx/>
              <a:buFontTx/>
              <a:buNone/>
              <a:defRPr cap="all" sz="7700">
                <a:solidFill>
                  <a:srgbClr val="A6AAA9"/>
                </a:solidFill>
                <a:latin typeface="DIN Alternate Bold"/>
                <a:ea typeface="DIN Alternate Bold"/>
                <a:cs typeface="DIN Alternate Bold"/>
                <a:sym typeface="DIN Alternate Bold"/>
              </a:defRPr>
            </a:lvl4pPr>
            <a:lvl5pPr marL="0" indent="0">
              <a:lnSpc>
                <a:spcPct val="80000"/>
              </a:lnSpc>
              <a:spcBef>
                <a:spcPts val="3200"/>
              </a:spcBef>
              <a:buClrTx/>
              <a:buSzTx/>
              <a:buFontTx/>
              <a:buNone/>
              <a:defRPr cap="all" sz="7700">
                <a:solidFill>
                  <a:srgbClr val="A6AAA9"/>
                </a:solidFill>
                <a:latin typeface="DIN Alternate Bold"/>
                <a:ea typeface="DIN Alternate Bold"/>
                <a:cs typeface="DIN Alternate Bold"/>
                <a:sym typeface="DIN Alternate Bold"/>
              </a:defRPr>
            </a:lvl5pPr>
          </a:lstStyle>
          <a:p>
            <a:pPr/>
            <a:r>
              <a:t>Brödtext nivå ett</a:t>
            </a:r>
          </a:p>
          <a:p>
            <a:pPr lvl="1"/>
            <a:r>
              <a:t>Brödtext nivå två</a:t>
            </a:r>
          </a:p>
          <a:p>
            <a:pPr lvl="2"/>
            <a:r>
              <a:t>Brödtext nivå tre</a:t>
            </a:r>
          </a:p>
          <a:p>
            <a:pPr lvl="3"/>
            <a:r>
              <a:t>Brödtext nivå fyra</a:t>
            </a:r>
          </a:p>
          <a:p>
            <a:pPr lvl="4"/>
            <a:r>
              <a:t>Brödtext nivå fem</a:t>
            </a:r>
          </a:p>
        </p:txBody>
      </p:sp>
      <p:sp>
        <p:nvSpPr>
          <p:cNvPr id="55" name="Diabildsnummer"/>
          <p:cNvSpPr txBox="1"/>
          <p:nvPr>
            <p:ph type="sldNum" sz="quarter" idx="2"/>
          </p:nvPr>
        </p:nvSpPr>
        <p:spPr>
          <a:xfrm>
            <a:off x="23063200" y="609600"/>
            <a:ext cx="553195" cy="635000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el – Uppti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Text"/>
          <p:cNvSpPr txBox="1"/>
          <p:nvPr>
            <p:ph type="body" sz="quarter" idx="21"/>
          </p:nvPr>
        </p:nvSpPr>
        <p:spPr>
          <a:xfrm>
            <a:off x="762000" y="635000"/>
            <a:ext cx="20955000" cy="635000"/>
          </a:xfrm>
          <a:prstGeom prst="rect">
            <a:avLst/>
          </a:prstGeom>
        </p:spPr>
        <p:txBody>
          <a:bodyPr anchor="b">
            <a:spAutoFit/>
          </a:bodyPr>
          <a:lstStyle>
            <a:lvl1pPr marL="0" indent="0" defTabSz="647700">
              <a:lnSpc>
                <a:spcPct val="80000"/>
              </a:lnSpc>
              <a:spcBef>
                <a:spcPts val="0"/>
              </a:spcBef>
              <a:buClrTx/>
              <a:buSzTx/>
              <a:buFontTx/>
              <a:buNone/>
              <a:defRPr cap="all" spc="180" sz="3600">
                <a:latin typeface="DIN Alternate Bold"/>
                <a:ea typeface="DIN Alternate Bold"/>
                <a:cs typeface="DIN Alternate Bold"/>
                <a:sym typeface="DIN Alternate Bold"/>
              </a:defRPr>
            </a:lvl1pPr>
          </a:lstStyle>
          <a:p>
            <a:pPr/>
            <a:r>
              <a:t>Text</a:t>
            </a:r>
          </a:p>
        </p:txBody>
      </p:sp>
      <p:sp>
        <p:nvSpPr>
          <p:cNvPr id="63" name="Titel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Titeltext</a:t>
            </a:r>
          </a:p>
        </p:txBody>
      </p:sp>
      <p:sp>
        <p:nvSpPr>
          <p:cNvPr id="64" name="Diabildsnumm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el och punkter">
    <p:bg>
      <p:bgPr>
        <a:solidFill>
          <a:srgbClr val="2222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Text"/>
          <p:cNvSpPr txBox="1"/>
          <p:nvPr>
            <p:ph type="body" sz="quarter" idx="21"/>
          </p:nvPr>
        </p:nvSpPr>
        <p:spPr>
          <a:xfrm>
            <a:off x="762000" y="635000"/>
            <a:ext cx="20955000" cy="635000"/>
          </a:xfrm>
          <a:prstGeom prst="rect">
            <a:avLst/>
          </a:prstGeom>
        </p:spPr>
        <p:txBody>
          <a:bodyPr anchor="b">
            <a:spAutoFit/>
          </a:bodyPr>
          <a:lstStyle>
            <a:lvl1pPr marL="0" indent="0" defTabSz="647700">
              <a:lnSpc>
                <a:spcPct val="80000"/>
              </a:lnSpc>
              <a:spcBef>
                <a:spcPts val="0"/>
              </a:spcBef>
              <a:buClrTx/>
              <a:buSzTx/>
              <a:buFontTx/>
              <a:buNone/>
              <a:defRPr cap="all" spc="180" sz="3600">
                <a:latin typeface="DIN Alternate Bold"/>
                <a:ea typeface="DIN Alternate Bold"/>
                <a:cs typeface="DIN Alternate Bold"/>
                <a:sym typeface="DIN Alternate Bold"/>
              </a:defRPr>
            </a:lvl1pPr>
          </a:lstStyle>
          <a:p>
            <a:pPr/>
            <a:r>
              <a:t>Text</a:t>
            </a:r>
          </a:p>
        </p:txBody>
      </p:sp>
      <p:sp>
        <p:nvSpPr>
          <p:cNvPr id="72" name="Titel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Titeltext</a:t>
            </a:r>
          </a:p>
        </p:txBody>
      </p:sp>
      <p:sp>
        <p:nvSpPr>
          <p:cNvPr id="73" name="Brödtext nivå ett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>
            <a:lvl1pPr>
              <a:buClr>
                <a:schemeClr val="accent1"/>
              </a:buClr>
              <a:buChar char="▸"/>
            </a:lvl1pPr>
            <a:lvl2pPr>
              <a:buClr>
                <a:schemeClr val="accent1"/>
              </a:buClr>
              <a:buChar char="▸"/>
            </a:lvl2pPr>
            <a:lvl3pPr>
              <a:buClr>
                <a:schemeClr val="accent1"/>
              </a:buClr>
              <a:buChar char="▸"/>
            </a:lvl3pPr>
            <a:lvl4pPr>
              <a:buClr>
                <a:schemeClr val="accent1"/>
              </a:buClr>
              <a:buChar char="▸"/>
            </a:lvl4pPr>
            <a:lvl5pPr>
              <a:buClr>
                <a:schemeClr val="accent1"/>
              </a:buClr>
              <a:buChar char="▸"/>
            </a:lvl5pPr>
          </a:lstStyle>
          <a:p>
            <a:pPr/>
            <a:r>
              <a:t>Brödtext nivå ett</a:t>
            </a:r>
          </a:p>
          <a:p>
            <a:pPr lvl="1"/>
            <a:r>
              <a:t>Brödtext nivå två</a:t>
            </a:r>
          </a:p>
          <a:p>
            <a:pPr lvl="2"/>
            <a:r>
              <a:t>Brödtext nivå tre</a:t>
            </a:r>
          </a:p>
          <a:p>
            <a:pPr lvl="3"/>
            <a:r>
              <a:t>Brödtext nivå fyra</a:t>
            </a:r>
          </a:p>
          <a:p>
            <a:pPr lvl="4"/>
            <a:r>
              <a:t>Brödtext nivå fem</a:t>
            </a:r>
          </a:p>
        </p:txBody>
      </p:sp>
      <p:sp>
        <p:nvSpPr>
          <p:cNvPr id="74" name="Diabildsnumm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el och punktform, alt.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Text"/>
          <p:cNvSpPr txBox="1"/>
          <p:nvPr>
            <p:ph type="body" sz="quarter" idx="21"/>
          </p:nvPr>
        </p:nvSpPr>
        <p:spPr>
          <a:xfrm>
            <a:off x="762000" y="635000"/>
            <a:ext cx="20955000" cy="635000"/>
          </a:xfrm>
          <a:prstGeom prst="rect">
            <a:avLst/>
          </a:prstGeom>
        </p:spPr>
        <p:txBody>
          <a:bodyPr anchor="b">
            <a:spAutoFit/>
          </a:bodyPr>
          <a:lstStyle>
            <a:lvl1pPr marL="0" indent="0" defTabSz="647700">
              <a:lnSpc>
                <a:spcPct val="80000"/>
              </a:lnSpc>
              <a:spcBef>
                <a:spcPts val="0"/>
              </a:spcBef>
              <a:buClrTx/>
              <a:buSzTx/>
              <a:buFontTx/>
              <a:buNone/>
              <a:defRPr cap="all" spc="180" sz="3600">
                <a:latin typeface="DIN Alternate Bold"/>
                <a:ea typeface="DIN Alternate Bold"/>
                <a:cs typeface="DIN Alternate Bold"/>
                <a:sym typeface="DIN Alternate Bold"/>
              </a:defRPr>
            </a:lvl1pPr>
          </a:lstStyle>
          <a:p>
            <a:pPr/>
            <a:r>
              <a:t>Text</a:t>
            </a:r>
          </a:p>
        </p:txBody>
      </p:sp>
      <p:sp>
        <p:nvSpPr>
          <p:cNvPr id="82" name="Titel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Titeltext</a:t>
            </a:r>
          </a:p>
        </p:txBody>
      </p:sp>
      <p:sp>
        <p:nvSpPr>
          <p:cNvPr id="83" name="Brödtext nivå ett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>
            <a:lvl1pPr>
              <a:buClr>
                <a:schemeClr val="accent1"/>
              </a:buClr>
              <a:buChar char="▸"/>
            </a:lvl1pPr>
            <a:lvl2pPr>
              <a:buClr>
                <a:schemeClr val="accent1"/>
              </a:buClr>
              <a:buChar char="▸"/>
            </a:lvl2pPr>
            <a:lvl3pPr>
              <a:buClr>
                <a:schemeClr val="accent1"/>
              </a:buClr>
              <a:buChar char="▸"/>
            </a:lvl3pPr>
            <a:lvl4pPr>
              <a:buClr>
                <a:schemeClr val="accent1"/>
              </a:buClr>
              <a:buChar char="▸"/>
            </a:lvl4pPr>
            <a:lvl5pPr>
              <a:buClr>
                <a:schemeClr val="accent1"/>
              </a:buClr>
              <a:buChar char="▸"/>
            </a:lvl5pPr>
          </a:lstStyle>
          <a:p>
            <a:pPr/>
            <a:r>
              <a:t>Brödtext nivå ett</a:t>
            </a:r>
          </a:p>
          <a:p>
            <a:pPr lvl="1"/>
            <a:r>
              <a:t>Brödtext nivå två</a:t>
            </a:r>
          </a:p>
          <a:p>
            <a:pPr lvl="2"/>
            <a:r>
              <a:t>Brödtext nivå tre</a:t>
            </a:r>
          </a:p>
          <a:p>
            <a:pPr lvl="3"/>
            <a:r>
              <a:t>Brödtext nivå fyra</a:t>
            </a:r>
          </a:p>
          <a:p>
            <a:pPr lvl="4"/>
            <a:r>
              <a:t>Brödtext nivå fem</a:t>
            </a:r>
          </a:p>
        </p:txBody>
      </p:sp>
      <p:sp>
        <p:nvSpPr>
          <p:cNvPr id="84" name="Diabildsnumm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el, punkter och bild">
    <p:bg>
      <p:bgPr>
        <a:solidFill>
          <a:srgbClr val="2222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Text"/>
          <p:cNvSpPr txBox="1"/>
          <p:nvPr>
            <p:ph type="body" sz="quarter" idx="21"/>
          </p:nvPr>
        </p:nvSpPr>
        <p:spPr>
          <a:xfrm>
            <a:off x="762000" y="635000"/>
            <a:ext cx="20955000" cy="635000"/>
          </a:xfrm>
          <a:prstGeom prst="rect">
            <a:avLst/>
          </a:prstGeom>
        </p:spPr>
        <p:txBody>
          <a:bodyPr anchor="b">
            <a:spAutoFit/>
          </a:bodyPr>
          <a:lstStyle>
            <a:lvl1pPr marL="0" indent="0" defTabSz="647700">
              <a:lnSpc>
                <a:spcPct val="80000"/>
              </a:lnSpc>
              <a:spcBef>
                <a:spcPts val="0"/>
              </a:spcBef>
              <a:buClrTx/>
              <a:buSzTx/>
              <a:buFontTx/>
              <a:buNone/>
              <a:defRPr cap="all" spc="180" sz="3600">
                <a:latin typeface="DIN Alternate Bold"/>
                <a:ea typeface="DIN Alternate Bold"/>
                <a:cs typeface="DIN Alternate Bold"/>
                <a:sym typeface="DIN Alternate Bold"/>
              </a:defRPr>
            </a:lvl1pPr>
          </a:lstStyle>
          <a:p>
            <a:pPr/>
            <a:r>
              <a:t>Text</a:t>
            </a:r>
          </a:p>
        </p:txBody>
      </p:sp>
      <p:sp>
        <p:nvSpPr>
          <p:cNvPr id="92" name="Bild"/>
          <p:cNvSpPr/>
          <p:nvPr>
            <p:ph type="pic" idx="22"/>
          </p:nvPr>
        </p:nvSpPr>
        <p:spPr>
          <a:xfrm>
            <a:off x="13258800" y="0"/>
            <a:ext cx="12428272" cy="137160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93" name="Titeltext"/>
          <p:cNvSpPr txBox="1"/>
          <p:nvPr>
            <p:ph type="title"/>
          </p:nvPr>
        </p:nvSpPr>
        <p:spPr>
          <a:xfrm>
            <a:off x="762000" y="2159000"/>
            <a:ext cx="11811000" cy="1016000"/>
          </a:xfrm>
          <a:prstGeom prst="rect">
            <a:avLst/>
          </a:prstGeom>
        </p:spPr>
        <p:txBody>
          <a:bodyPr/>
          <a:lstStyle/>
          <a:p>
            <a:pPr/>
            <a:r>
              <a:t>Titeltext</a:t>
            </a:r>
          </a:p>
        </p:txBody>
      </p:sp>
      <p:sp>
        <p:nvSpPr>
          <p:cNvPr id="94" name="Brödtext nivå ett…"/>
          <p:cNvSpPr txBox="1"/>
          <p:nvPr>
            <p:ph type="body" sz="half" idx="1"/>
          </p:nvPr>
        </p:nvSpPr>
        <p:spPr>
          <a:xfrm>
            <a:off x="762000" y="3860800"/>
            <a:ext cx="11811000" cy="8585200"/>
          </a:xfrm>
          <a:prstGeom prst="rect">
            <a:avLst/>
          </a:prstGeom>
        </p:spPr>
        <p:txBody>
          <a:bodyPr/>
          <a:lstStyle>
            <a:lvl1pPr>
              <a:buClr>
                <a:schemeClr val="accent1"/>
              </a:buClr>
              <a:buChar char="▸"/>
              <a:defRPr sz="4000"/>
            </a:lvl1pPr>
            <a:lvl2pPr>
              <a:buClr>
                <a:schemeClr val="accent1"/>
              </a:buClr>
              <a:buChar char="▸"/>
              <a:defRPr sz="4000"/>
            </a:lvl2pPr>
            <a:lvl3pPr>
              <a:buClr>
                <a:schemeClr val="accent1"/>
              </a:buClr>
              <a:buChar char="▸"/>
              <a:defRPr sz="4000"/>
            </a:lvl3pPr>
            <a:lvl4pPr>
              <a:buClr>
                <a:schemeClr val="accent1"/>
              </a:buClr>
              <a:buChar char="▸"/>
              <a:defRPr sz="4000"/>
            </a:lvl4pPr>
            <a:lvl5pPr>
              <a:buClr>
                <a:schemeClr val="accent1"/>
              </a:buClr>
              <a:buChar char="▸"/>
              <a:defRPr sz="4000"/>
            </a:lvl5pPr>
          </a:lstStyle>
          <a:p>
            <a:pPr/>
            <a:r>
              <a:t>Brödtext nivå ett</a:t>
            </a:r>
          </a:p>
          <a:p>
            <a:pPr lvl="1"/>
            <a:r>
              <a:t>Brödtext nivå två</a:t>
            </a:r>
          </a:p>
          <a:p>
            <a:pPr lvl="2"/>
            <a:r>
              <a:t>Brödtext nivå tre</a:t>
            </a:r>
          </a:p>
          <a:p>
            <a:pPr lvl="3"/>
            <a:r>
              <a:t>Brödtext nivå fyra</a:t>
            </a:r>
          </a:p>
          <a:p>
            <a:pPr lvl="4"/>
            <a:r>
              <a:t>Brödtext nivå fem</a:t>
            </a:r>
          </a:p>
        </p:txBody>
      </p:sp>
      <p:sp>
        <p:nvSpPr>
          <p:cNvPr id="95" name="Diabildsnumm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unkter">
    <p:bg>
      <p:bgPr>
        <a:solidFill>
          <a:srgbClr val="2222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Text"/>
          <p:cNvSpPr txBox="1"/>
          <p:nvPr>
            <p:ph type="body" sz="quarter" idx="21"/>
          </p:nvPr>
        </p:nvSpPr>
        <p:spPr>
          <a:xfrm>
            <a:off x="762000" y="635000"/>
            <a:ext cx="20955000" cy="635000"/>
          </a:xfrm>
          <a:prstGeom prst="rect">
            <a:avLst/>
          </a:prstGeom>
        </p:spPr>
        <p:txBody>
          <a:bodyPr anchor="b">
            <a:spAutoFit/>
          </a:bodyPr>
          <a:lstStyle>
            <a:lvl1pPr marL="0" indent="0" defTabSz="647700">
              <a:lnSpc>
                <a:spcPct val="80000"/>
              </a:lnSpc>
              <a:spcBef>
                <a:spcPts val="0"/>
              </a:spcBef>
              <a:buClrTx/>
              <a:buSzTx/>
              <a:buFontTx/>
              <a:buNone/>
              <a:defRPr cap="all" spc="180" sz="3600">
                <a:latin typeface="DIN Alternate Bold"/>
                <a:ea typeface="DIN Alternate Bold"/>
                <a:cs typeface="DIN Alternate Bold"/>
                <a:sym typeface="DIN Alternate Bold"/>
              </a:defRPr>
            </a:lvl1pPr>
          </a:lstStyle>
          <a:p>
            <a:pPr/>
            <a:r>
              <a:t>Text</a:t>
            </a:r>
          </a:p>
        </p:txBody>
      </p:sp>
      <p:sp>
        <p:nvSpPr>
          <p:cNvPr id="103" name="Brödtext nivå ett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>
            <a:lvl1pPr>
              <a:buClr>
                <a:schemeClr val="accent1"/>
              </a:buClr>
              <a:buSzPct val="125000"/>
              <a:buChar char="▸"/>
            </a:lvl1pPr>
            <a:lvl2pPr>
              <a:buClr>
                <a:schemeClr val="accent1"/>
              </a:buClr>
              <a:buSzPct val="125000"/>
              <a:buChar char="▸"/>
            </a:lvl2pPr>
            <a:lvl3pPr>
              <a:buClr>
                <a:schemeClr val="accent1"/>
              </a:buClr>
              <a:buSzPct val="125000"/>
              <a:buChar char="▸"/>
            </a:lvl3pPr>
            <a:lvl4pPr>
              <a:buClr>
                <a:schemeClr val="accent1"/>
              </a:buClr>
              <a:buSzPct val="125000"/>
              <a:buChar char="▸"/>
            </a:lvl4pPr>
            <a:lvl5pPr>
              <a:buClr>
                <a:schemeClr val="accent1"/>
              </a:buClr>
              <a:buSzPct val="125000"/>
              <a:buChar char="▸"/>
            </a:lvl5pPr>
          </a:lstStyle>
          <a:p>
            <a:pPr/>
            <a:r>
              <a:t>Brödtext nivå ett</a:t>
            </a:r>
          </a:p>
          <a:p>
            <a:pPr lvl="1"/>
            <a:r>
              <a:t>Brödtext nivå två</a:t>
            </a:r>
          </a:p>
          <a:p>
            <a:pPr lvl="2"/>
            <a:r>
              <a:t>Brödtext nivå tre</a:t>
            </a:r>
          </a:p>
          <a:p>
            <a:pPr lvl="3"/>
            <a:r>
              <a:t>Brödtext nivå fyra</a:t>
            </a:r>
          </a:p>
          <a:p>
            <a:pPr lvl="4"/>
            <a:r>
              <a:t>Brödtext nivå fem</a:t>
            </a:r>
          </a:p>
        </p:txBody>
      </p:sp>
      <p:sp>
        <p:nvSpPr>
          <p:cNvPr id="104" name="Diabildsnumm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Foto – 3 per sida">
    <p:bg>
      <p:bgPr>
        <a:solidFill>
          <a:srgbClr val="2222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Bild"/>
          <p:cNvSpPr/>
          <p:nvPr>
            <p:ph type="pic" sz="half" idx="21"/>
          </p:nvPr>
        </p:nvSpPr>
        <p:spPr>
          <a:xfrm>
            <a:off x="12192000" y="-177800"/>
            <a:ext cx="12192000" cy="71628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12" name="Bild"/>
          <p:cNvSpPr/>
          <p:nvPr>
            <p:ph type="pic" sz="half" idx="22"/>
          </p:nvPr>
        </p:nvSpPr>
        <p:spPr>
          <a:xfrm>
            <a:off x="12192000" y="6451600"/>
            <a:ext cx="12192000" cy="8297334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13" name="Bild"/>
          <p:cNvSpPr/>
          <p:nvPr>
            <p:ph type="pic" idx="23"/>
          </p:nvPr>
        </p:nvSpPr>
        <p:spPr>
          <a:xfrm>
            <a:off x="-190500" y="0"/>
            <a:ext cx="12428272" cy="137160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14" name="Diabildsnumm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itat">
    <p:bg>
      <p:bgPr>
        <a:solidFill>
          <a:srgbClr val="2222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Fyrkantig pratbubbla"/>
          <p:cNvSpPr/>
          <p:nvPr/>
        </p:nvSpPr>
        <p:spPr>
          <a:xfrm>
            <a:off x="876300" y="3314700"/>
            <a:ext cx="22631400" cy="731718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19" y="0"/>
                </a:moveTo>
                <a:cubicBezTo>
                  <a:pt x="54" y="0"/>
                  <a:pt x="0" y="165"/>
                  <a:pt x="0" y="369"/>
                </a:cubicBezTo>
                <a:lnTo>
                  <a:pt x="0" y="19013"/>
                </a:lnTo>
                <a:cubicBezTo>
                  <a:pt x="0" y="19217"/>
                  <a:pt x="54" y="19382"/>
                  <a:pt x="119" y="19382"/>
                </a:cubicBezTo>
                <a:lnTo>
                  <a:pt x="18186" y="19382"/>
                </a:lnTo>
                <a:lnTo>
                  <a:pt x="18717" y="21600"/>
                </a:lnTo>
                <a:lnTo>
                  <a:pt x="19247" y="19382"/>
                </a:lnTo>
                <a:lnTo>
                  <a:pt x="21481" y="19382"/>
                </a:lnTo>
                <a:cubicBezTo>
                  <a:pt x="21546" y="19382"/>
                  <a:pt x="21600" y="19217"/>
                  <a:pt x="21600" y="19013"/>
                </a:cubicBezTo>
                <a:lnTo>
                  <a:pt x="21600" y="369"/>
                </a:lnTo>
                <a:cubicBezTo>
                  <a:pt x="21600" y="165"/>
                  <a:pt x="21546" y="0"/>
                  <a:pt x="21481" y="0"/>
                </a:cubicBezTo>
                <a:lnTo>
                  <a:pt x="119" y="0"/>
                </a:lnTo>
                <a:close/>
              </a:path>
            </a:pathLst>
          </a:custGeom>
          <a:solidFill>
            <a:schemeClr val="accent1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>
              <a:lnSpc>
                <a:spcPct val="80000"/>
              </a:lnSpc>
              <a:spcBef>
                <a:spcPts val="0"/>
              </a:spcBef>
              <a:defRPr cap="all" sz="4000">
                <a:solidFill>
                  <a:srgbClr val="FFFFFF"/>
                </a:solidFill>
                <a:latin typeface="+mn-lt"/>
                <a:ea typeface="+mn-ea"/>
                <a:cs typeface="+mn-cs"/>
                <a:sym typeface="DIN Condensed Bold"/>
              </a:defRPr>
            </a:pPr>
          </a:p>
        </p:txBody>
      </p:sp>
      <p:sp>
        <p:nvSpPr>
          <p:cNvPr id="122" name="Skriv ett citat här."/>
          <p:cNvSpPr txBox="1"/>
          <p:nvPr>
            <p:ph type="body" sz="quarter" idx="21"/>
          </p:nvPr>
        </p:nvSpPr>
        <p:spPr>
          <a:xfrm>
            <a:off x="1676400" y="4089400"/>
            <a:ext cx="21056600" cy="1805946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lnSpc>
                <a:spcPct val="80000"/>
              </a:lnSpc>
              <a:spcBef>
                <a:spcPts val="0"/>
              </a:spcBef>
              <a:buClrTx/>
              <a:buSzTx/>
              <a:buFontTx/>
              <a:buNone/>
              <a:defRPr cap="all" sz="13400">
                <a:solidFill>
                  <a:srgbClr val="FFFFFF"/>
                </a:solidFill>
                <a:latin typeface="+mn-lt"/>
                <a:ea typeface="+mn-ea"/>
                <a:cs typeface="+mn-cs"/>
                <a:sym typeface="DIN Condensed Bold"/>
              </a:defRPr>
            </a:lvl1pPr>
          </a:lstStyle>
          <a:p>
            <a:pPr/>
            <a:r>
              <a:t>Skriv ett citat här.</a:t>
            </a:r>
          </a:p>
        </p:txBody>
      </p:sp>
      <p:sp>
        <p:nvSpPr>
          <p:cNvPr id="123" name="Johnny Appleseed"/>
          <p:cNvSpPr txBox="1"/>
          <p:nvPr>
            <p:ph type="body" sz="quarter" idx="22"/>
          </p:nvPr>
        </p:nvSpPr>
        <p:spPr>
          <a:xfrm>
            <a:off x="762000" y="10953750"/>
            <a:ext cx="22860000" cy="1206500"/>
          </a:xfrm>
          <a:prstGeom prst="rect">
            <a:avLst/>
          </a:prstGeom>
        </p:spPr>
        <p:txBody>
          <a:bodyPr anchor="ctr">
            <a:spAutoFit/>
          </a:bodyPr>
          <a:lstStyle>
            <a:lvl1pPr marL="0" indent="0" algn="r">
              <a:lnSpc>
                <a:spcPct val="80000"/>
              </a:lnSpc>
              <a:spcBef>
                <a:spcPts val="0"/>
              </a:spcBef>
              <a:buClrTx/>
              <a:buSzTx/>
              <a:buFontTx/>
              <a:buNone/>
              <a:defRPr sz="8700">
                <a:latin typeface="+mn-lt"/>
                <a:ea typeface="+mn-ea"/>
                <a:cs typeface="+mn-cs"/>
                <a:sym typeface="DIN Condensed Bold"/>
              </a:defRPr>
            </a:lvl1pPr>
          </a:lstStyle>
          <a:p>
            <a:pPr/>
            <a:r>
              <a:t>Johnny Appleseed</a:t>
            </a:r>
          </a:p>
        </p:txBody>
      </p:sp>
      <p:sp>
        <p:nvSpPr>
          <p:cNvPr id="124" name="Text"/>
          <p:cNvSpPr txBox="1"/>
          <p:nvPr>
            <p:ph type="body" sz="quarter" idx="23"/>
          </p:nvPr>
        </p:nvSpPr>
        <p:spPr>
          <a:xfrm>
            <a:off x="762000" y="635000"/>
            <a:ext cx="20955000" cy="635000"/>
          </a:xfrm>
          <a:prstGeom prst="rect">
            <a:avLst/>
          </a:prstGeom>
        </p:spPr>
        <p:txBody>
          <a:bodyPr anchor="b">
            <a:spAutoFit/>
          </a:bodyPr>
          <a:lstStyle>
            <a:lvl1pPr marL="0" indent="0" defTabSz="647700">
              <a:lnSpc>
                <a:spcPct val="80000"/>
              </a:lnSpc>
              <a:spcBef>
                <a:spcPts val="0"/>
              </a:spcBef>
              <a:buClrTx/>
              <a:buSzTx/>
              <a:buFontTx/>
              <a:buNone/>
              <a:defRPr cap="all" spc="180" sz="3600">
                <a:latin typeface="DIN Alternate Bold"/>
                <a:ea typeface="DIN Alternate Bold"/>
                <a:cs typeface="DIN Alternate Bold"/>
                <a:sym typeface="DIN Alternate Bold"/>
              </a:defRPr>
            </a:lvl1pPr>
          </a:lstStyle>
          <a:p>
            <a:pPr/>
            <a:r>
              <a:t>Text</a:t>
            </a:r>
          </a:p>
        </p:txBody>
      </p:sp>
      <p:sp>
        <p:nvSpPr>
          <p:cNvPr id="125" name="Diabildsnumm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Citat, alt.">
    <p:bg>
      <p:bgPr>
        <a:solidFill>
          <a:schemeClr val="accen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Skriv ett citat här."/>
          <p:cNvSpPr txBox="1"/>
          <p:nvPr>
            <p:ph type="body" sz="quarter" idx="21"/>
          </p:nvPr>
        </p:nvSpPr>
        <p:spPr>
          <a:xfrm>
            <a:off x="11049000" y="3721100"/>
            <a:ext cx="12573000" cy="1805946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lnSpc>
                <a:spcPct val="80000"/>
              </a:lnSpc>
              <a:spcBef>
                <a:spcPts val="0"/>
              </a:spcBef>
              <a:buClrTx/>
              <a:buSzTx/>
              <a:buFontTx/>
              <a:buNone/>
              <a:defRPr cap="all" sz="13400">
                <a:solidFill>
                  <a:srgbClr val="FFFFFF"/>
                </a:solidFill>
                <a:latin typeface="+mn-lt"/>
                <a:ea typeface="+mn-ea"/>
                <a:cs typeface="+mn-cs"/>
                <a:sym typeface="DIN Condensed Bold"/>
              </a:defRPr>
            </a:lvl1pPr>
          </a:lstStyle>
          <a:p>
            <a:pPr/>
            <a:r>
              <a:t>Skriv ett citat här.</a:t>
            </a:r>
          </a:p>
        </p:txBody>
      </p:sp>
      <p:sp>
        <p:nvSpPr>
          <p:cNvPr id="133" name="Bild"/>
          <p:cNvSpPr/>
          <p:nvPr>
            <p:ph type="pic" idx="22"/>
          </p:nvPr>
        </p:nvSpPr>
        <p:spPr>
          <a:xfrm>
            <a:off x="-190500" y="0"/>
            <a:ext cx="12428272" cy="137160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34" name="Johnny Appleseed"/>
          <p:cNvSpPr txBox="1"/>
          <p:nvPr>
            <p:ph type="body" sz="quarter" idx="23"/>
          </p:nvPr>
        </p:nvSpPr>
        <p:spPr>
          <a:xfrm>
            <a:off x="11049000" y="10953750"/>
            <a:ext cx="12573000" cy="1206500"/>
          </a:xfrm>
          <a:prstGeom prst="rect">
            <a:avLst/>
          </a:prstGeom>
        </p:spPr>
        <p:txBody>
          <a:bodyPr anchor="ctr">
            <a:spAutoFit/>
          </a:bodyPr>
          <a:lstStyle>
            <a:lvl1pPr marL="0" indent="0" defTabSz="647700">
              <a:spcBef>
                <a:spcPts val="0"/>
              </a:spcBef>
              <a:buClrTx/>
              <a:buSzTx/>
              <a:buFontTx/>
              <a:buNone/>
              <a:defRPr sz="8700">
                <a:solidFill>
                  <a:srgbClr val="232323"/>
                </a:solidFill>
                <a:latin typeface="+mn-lt"/>
                <a:ea typeface="+mn-ea"/>
                <a:cs typeface="+mn-cs"/>
                <a:sym typeface="DIN Condensed Bold"/>
              </a:defRPr>
            </a:lvl1pPr>
          </a:lstStyle>
          <a:p>
            <a:pPr/>
            <a:r>
              <a:t>Johnny Appleseed</a:t>
            </a:r>
          </a:p>
        </p:txBody>
      </p:sp>
      <p:sp>
        <p:nvSpPr>
          <p:cNvPr id="135" name="Diabildsnumm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Bild">
    <p:bg>
      <p:bgPr>
        <a:solidFill>
          <a:srgbClr val="2222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Bild"/>
          <p:cNvSpPr/>
          <p:nvPr>
            <p:ph type="pic" idx="21"/>
          </p:nvPr>
        </p:nvSpPr>
        <p:spPr>
          <a:xfrm>
            <a:off x="-38100" y="-1219200"/>
            <a:ext cx="24460200" cy="16145934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43" name="Diabildsnumm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Tom">
    <p:bg>
      <p:bgPr>
        <a:solidFill>
          <a:srgbClr val="2222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Diabildsnumm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Tomt, alt.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Diabildsnumm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inje"/>
          <p:cNvSpPr/>
          <p:nvPr/>
        </p:nvSpPr>
        <p:spPr>
          <a:xfrm flipV="1">
            <a:off x="762000" y="1396632"/>
            <a:ext cx="22859999" cy="369"/>
          </a:xfrm>
          <a:prstGeom prst="line">
            <a:avLst/>
          </a:prstGeom>
          <a:ln w="25400">
            <a:solidFill>
              <a:srgbClr val="A6AAA9"/>
            </a:solidFill>
            <a:miter lim="400000"/>
          </a:ln>
        </p:spPr>
        <p:txBody>
          <a:bodyPr lIns="50800" tIns="50800" rIns="50800" bIns="50800" anchor="ctr"/>
          <a:lstStyle/>
          <a:p>
            <a:pPr defTabSz="457200">
              <a:spcBef>
                <a:spcPts val="0"/>
              </a:spcBef>
              <a:defRPr sz="1200"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defRPr>
            </a:pPr>
          </a:p>
        </p:txBody>
      </p:sp>
      <p:sp>
        <p:nvSpPr>
          <p:cNvPr id="3" name="Titeltext"/>
          <p:cNvSpPr txBox="1"/>
          <p:nvPr>
            <p:ph type="title"/>
          </p:nvPr>
        </p:nvSpPr>
        <p:spPr>
          <a:xfrm>
            <a:off x="762000" y="2159000"/>
            <a:ext cx="22860000" cy="1016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/>
            <a:r>
              <a:t>Titeltext</a:t>
            </a:r>
          </a:p>
        </p:txBody>
      </p:sp>
      <p:sp>
        <p:nvSpPr>
          <p:cNvPr id="4" name="Brödtext nivå ett…"/>
          <p:cNvSpPr txBox="1"/>
          <p:nvPr>
            <p:ph type="body" idx="1"/>
          </p:nvPr>
        </p:nvSpPr>
        <p:spPr>
          <a:xfrm>
            <a:off x="762000" y="3860800"/>
            <a:ext cx="22860000" cy="85852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/>
            <a:r>
              <a:t>Brödtext nivå ett</a:t>
            </a:r>
          </a:p>
          <a:p>
            <a:pPr lvl="1"/>
            <a:r>
              <a:t>Brödtext nivå två</a:t>
            </a:r>
          </a:p>
          <a:p>
            <a:pPr lvl="2"/>
            <a:r>
              <a:t>Brödtext nivå tre</a:t>
            </a:r>
          </a:p>
          <a:p>
            <a:pPr lvl="3"/>
            <a:r>
              <a:t>Brödtext nivå fyra</a:t>
            </a:r>
          </a:p>
          <a:p>
            <a:pPr lvl="4"/>
            <a:r>
              <a:t>Brödtext nivå fem</a:t>
            </a:r>
          </a:p>
        </p:txBody>
      </p:sp>
      <p:sp>
        <p:nvSpPr>
          <p:cNvPr id="5" name="Diabildsnummer"/>
          <p:cNvSpPr txBox="1"/>
          <p:nvPr>
            <p:ph type="sldNum" sz="quarter" idx="2"/>
          </p:nvPr>
        </p:nvSpPr>
        <p:spPr>
          <a:xfrm>
            <a:off x="23059652" y="609600"/>
            <a:ext cx="553196" cy="635000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 algn="r">
              <a:lnSpc>
                <a:spcPct val="80000"/>
              </a:lnSpc>
              <a:spcBef>
                <a:spcPts val="0"/>
              </a:spcBef>
              <a:defRPr sz="3600">
                <a:latin typeface="DIN Alternate Bold"/>
                <a:ea typeface="DIN Alternate Bold"/>
                <a:cs typeface="DIN Alternate Bold"/>
                <a:sym typeface="DIN Alternate Bold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</p:sldLayoutIdLst>
  <p:transition xmlns:p14="http://schemas.microsoft.com/office/powerpoint/2010/main" spd="med" advClick="1"/>
  <p:txStyles>
    <p:titleStyle>
      <a:lvl1pPr marL="0" marR="0" indent="0" algn="l" defTabSz="825500" rtl="0" latinLnBrk="0">
        <a:lnSpc>
          <a:spcPct val="80000"/>
        </a:lnSpc>
        <a:spcBef>
          <a:spcPts val="3900"/>
        </a:spcBef>
        <a:spcAft>
          <a:spcPts val="0"/>
        </a:spcAft>
        <a:buClrTx/>
        <a:buSzTx/>
        <a:buFontTx/>
        <a:buNone/>
        <a:tabLst/>
        <a:defRPr b="0" baseline="0" cap="all" i="0" spc="0" strike="noStrike" sz="8700" u="none">
          <a:solidFill>
            <a:schemeClr val="accent1"/>
          </a:solidFill>
          <a:uFillTx/>
          <a:latin typeface="+mn-lt"/>
          <a:ea typeface="+mn-ea"/>
          <a:cs typeface="+mn-cs"/>
          <a:sym typeface="DIN Condensed Bold"/>
        </a:defRPr>
      </a:lvl1pPr>
      <a:lvl2pPr marL="0" marR="0" indent="0" algn="l" defTabSz="825500" rtl="0" latinLnBrk="0">
        <a:lnSpc>
          <a:spcPct val="80000"/>
        </a:lnSpc>
        <a:spcBef>
          <a:spcPts val="3900"/>
        </a:spcBef>
        <a:spcAft>
          <a:spcPts val="0"/>
        </a:spcAft>
        <a:buClrTx/>
        <a:buSzTx/>
        <a:buFontTx/>
        <a:buNone/>
        <a:tabLst/>
        <a:defRPr b="0" baseline="0" cap="all" i="0" spc="0" strike="noStrike" sz="8700" u="none">
          <a:solidFill>
            <a:schemeClr val="accent1"/>
          </a:solidFill>
          <a:uFillTx/>
          <a:latin typeface="+mn-lt"/>
          <a:ea typeface="+mn-ea"/>
          <a:cs typeface="+mn-cs"/>
          <a:sym typeface="DIN Condensed Bold"/>
        </a:defRPr>
      </a:lvl2pPr>
      <a:lvl3pPr marL="0" marR="0" indent="0" algn="l" defTabSz="825500" rtl="0" latinLnBrk="0">
        <a:lnSpc>
          <a:spcPct val="80000"/>
        </a:lnSpc>
        <a:spcBef>
          <a:spcPts val="3900"/>
        </a:spcBef>
        <a:spcAft>
          <a:spcPts val="0"/>
        </a:spcAft>
        <a:buClrTx/>
        <a:buSzTx/>
        <a:buFontTx/>
        <a:buNone/>
        <a:tabLst/>
        <a:defRPr b="0" baseline="0" cap="all" i="0" spc="0" strike="noStrike" sz="8700" u="none">
          <a:solidFill>
            <a:schemeClr val="accent1"/>
          </a:solidFill>
          <a:uFillTx/>
          <a:latin typeface="+mn-lt"/>
          <a:ea typeface="+mn-ea"/>
          <a:cs typeface="+mn-cs"/>
          <a:sym typeface="DIN Condensed Bold"/>
        </a:defRPr>
      </a:lvl3pPr>
      <a:lvl4pPr marL="0" marR="0" indent="0" algn="l" defTabSz="825500" rtl="0" latinLnBrk="0">
        <a:lnSpc>
          <a:spcPct val="80000"/>
        </a:lnSpc>
        <a:spcBef>
          <a:spcPts val="3900"/>
        </a:spcBef>
        <a:spcAft>
          <a:spcPts val="0"/>
        </a:spcAft>
        <a:buClrTx/>
        <a:buSzTx/>
        <a:buFontTx/>
        <a:buNone/>
        <a:tabLst/>
        <a:defRPr b="0" baseline="0" cap="all" i="0" spc="0" strike="noStrike" sz="8700" u="none">
          <a:solidFill>
            <a:schemeClr val="accent1"/>
          </a:solidFill>
          <a:uFillTx/>
          <a:latin typeface="+mn-lt"/>
          <a:ea typeface="+mn-ea"/>
          <a:cs typeface="+mn-cs"/>
          <a:sym typeface="DIN Condensed Bold"/>
        </a:defRPr>
      </a:lvl4pPr>
      <a:lvl5pPr marL="0" marR="0" indent="0" algn="l" defTabSz="825500" rtl="0" latinLnBrk="0">
        <a:lnSpc>
          <a:spcPct val="80000"/>
        </a:lnSpc>
        <a:spcBef>
          <a:spcPts val="3900"/>
        </a:spcBef>
        <a:spcAft>
          <a:spcPts val="0"/>
        </a:spcAft>
        <a:buClrTx/>
        <a:buSzTx/>
        <a:buFontTx/>
        <a:buNone/>
        <a:tabLst/>
        <a:defRPr b="0" baseline="0" cap="all" i="0" spc="0" strike="noStrike" sz="8700" u="none">
          <a:solidFill>
            <a:schemeClr val="accent1"/>
          </a:solidFill>
          <a:uFillTx/>
          <a:latin typeface="+mn-lt"/>
          <a:ea typeface="+mn-ea"/>
          <a:cs typeface="+mn-cs"/>
          <a:sym typeface="DIN Condensed Bold"/>
        </a:defRPr>
      </a:lvl5pPr>
      <a:lvl6pPr marL="0" marR="0" indent="0" algn="l" defTabSz="825500" rtl="0" latinLnBrk="0">
        <a:lnSpc>
          <a:spcPct val="80000"/>
        </a:lnSpc>
        <a:spcBef>
          <a:spcPts val="3900"/>
        </a:spcBef>
        <a:spcAft>
          <a:spcPts val="0"/>
        </a:spcAft>
        <a:buClrTx/>
        <a:buSzTx/>
        <a:buFontTx/>
        <a:buNone/>
        <a:tabLst/>
        <a:defRPr b="0" baseline="0" cap="all" i="0" spc="0" strike="noStrike" sz="8700" u="none">
          <a:solidFill>
            <a:schemeClr val="accent1"/>
          </a:solidFill>
          <a:uFillTx/>
          <a:latin typeface="+mn-lt"/>
          <a:ea typeface="+mn-ea"/>
          <a:cs typeface="+mn-cs"/>
          <a:sym typeface="DIN Condensed Bold"/>
        </a:defRPr>
      </a:lvl6pPr>
      <a:lvl7pPr marL="0" marR="0" indent="0" algn="l" defTabSz="825500" rtl="0" latinLnBrk="0">
        <a:lnSpc>
          <a:spcPct val="80000"/>
        </a:lnSpc>
        <a:spcBef>
          <a:spcPts val="3900"/>
        </a:spcBef>
        <a:spcAft>
          <a:spcPts val="0"/>
        </a:spcAft>
        <a:buClrTx/>
        <a:buSzTx/>
        <a:buFontTx/>
        <a:buNone/>
        <a:tabLst/>
        <a:defRPr b="0" baseline="0" cap="all" i="0" spc="0" strike="noStrike" sz="8700" u="none">
          <a:solidFill>
            <a:schemeClr val="accent1"/>
          </a:solidFill>
          <a:uFillTx/>
          <a:latin typeface="+mn-lt"/>
          <a:ea typeface="+mn-ea"/>
          <a:cs typeface="+mn-cs"/>
          <a:sym typeface="DIN Condensed Bold"/>
        </a:defRPr>
      </a:lvl7pPr>
      <a:lvl8pPr marL="0" marR="0" indent="0" algn="l" defTabSz="825500" rtl="0" latinLnBrk="0">
        <a:lnSpc>
          <a:spcPct val="80000"/>
        </a:lnSpc>
        <a:spcBef>
          <a:spcPts val="3900"/>
        </a:spcBef>
        <a:spcAft>
          <a:spcPts val="0"/>
        </a:spcAft>
        <a:buClrTx/>
        <a:buSzTx/>
        <a:buFontTx/>
        <a:buNone/>
        <a:tabLst/>
        <a:defRPr b="0" baseline="0" cap="all" i="0" spc="0" strike="noStrike" sz="8700" u="none">
          <a:solidFill>
            <a:schemeClr val="accent1"/>
          </a:solidFill>
          <a:uFillTx/>
          <a:latin typeface="+mn-lt"/>
          <a:ea typeface="+mn-ea"/>
          <a:cs typeface="+mn-cs"/>
          <a:sym typeface="DIN Condensed Bold"/>
        </a:defRPr>
      </a:lvl8pPr>
      <a:lvl9pPr marL="0" marR="0" indent="0" algn="l" defTabSz="825500" rtl="0" latinLnBrk="0">
        <a:lnSpc>
          <a:spcPct val="80000"/>
        </a:lnSpc>
        <a:spcBef>
          <a:spcPts val="3900"/>
        </a:spcBef>
        <a:spcAft>
          <a:spcPts val="0"/>
        </a:spcAft>
        <a:buClrTx/>
        <a:buSzTx/>
        <a:buFontTx/>
        <a:buNone/>
        <a:tabLst/>
        <a:defRPr b="0" baseline="0" cap="all" i="0" spc="0" strike="noStrike" sz="8700" u="none">
          <a:solidFill>
            <a:schemeClr val="accent1"/>
          </a:solidFill>
          <a:uFillTx/>
          <a:latin typeface="+mn-lt"/>
          <a:ea typeface="+mn-ea"/>
          <a:cs typeface="+mn-cs"/>
          <a:sym typeface="DIN Condensed Bold"/>
        </a:defRPr>
      </a:lvl9pPr>
    </p:titleStyle>
    <p:bodyStyle>
      <a:lvl1pPr marL="635000" marR="0" indent="-635000" algn="l" defTabSz="825500" rtl="0" latinLnBrk="0">
        <a:lnSpc>
          <a:spcPct val="100000"/>
        </a:lnSpc>
        <a:spcBef>
          <a:spcPts val="3900"/>
        </a:spcBef>
        <a:spcAft>
          <a:spcPts val="0"/>
        </a:spcAft>
        <a:buClr>
          <a:schemeClr val="accent1">
            <a:satOff val="-4060"/>
          </a:schemeClr>
        </a:buClr>
        <a:buSzPct val="104999"/>
        <a:buFont typeface="Avenir Next Regular"/>
        <a:buChar char="‣"/>
        <a:tabLst/>
        <a:defRPr b="0" baseline="0" cap="none" i="0" spc="0" strike="noStrike" sz="4800" u="none">
          <a:solidFill>
            <a:srgbClr val="838787"/>
          </a:solidFill>
          <a:uFillTx/>
          <a:latin typeface="Avenir Next Medium"/>
          <a:ea typeface="Avenir Next Medium"/>
          <a:cs typeface="Avenir Next Medium"/>
          <a:sym typeface="Avenir Next Medium"/>
        </a:defRPr>
      </a:lvl1pPr>
      <a:lvl2pPr marL="1270000" marR="0" indent="-635000" algn="l" defTabSz="825500" rtl="0" latinLnBrk="0">
        <a:lnSpc>
          <a:spcPct val="100000"/>
        </a:lnSpc>
        <a:spcBef>
          <a:spcPts val="3900"/>
        </a:spcBef>
        <a:spcAft>
          <a:spcPts val="0"/>
        </a:spcAft>
        <a:buClr>
          <a:schemeClr val="accent1">
            <a:satOff val="-4060"/>
          </a:schemeClr>
        </a:buClr>
        <a:buSzPct val="104999"/>
        <a:buFont typeface="Avenir Next Regular"/>
        <a:buChar char="‣"/>
        <a:tabLst/>
        <a:defRPr b="0" baseline="0" cap="none" i="0" spc="0" strike="noStrike" sz="4800" u="none">
          <a:solidFill>
            <a:srgbClr val="838787"/>
          </a:solidFill>
          <a:uFillTx/>
          <a:latin typeface="Avenir Next Medium"/>
          <a:ea typeface="Avenir Next Medium"/>
          <a:cs typeface="Avenir Next Medium"/>
          <a:sym typeface="Avenir Next Medium"/>
        </a:defRPr>
      </a:lvl2pPr>
      <a:lvl3pPr marL="1905000" marR="0" indent="-635000" algn="l" defTabSz="825500" rtl="0" latinLnBrk="0">
        <a:lnSpc>
          <a:spcPct val="100000"/>
        </a:lnSpc>
        <a:spcBef>
          <a:spcPts val="3900"/>
        </a:spcBef>
        <a:spcAft>
          <a:spcPts val="0"/>
        </a:spcAft>
        <a:buClr>
          <a:schemeClr val="accent1">
            <a:satOff val="-4060"/>
          </a:schemeClr>
        </a:buClr>
        <a:buSzPct val="104999"/>
        <a:buFont typeface="Avenir Next Regular"/>
        <a:buChar char="‣"/>
        <a:tabLst/>
        <a:defRPr b="0" baseline="0" cap="none" i="0" spc="0" strike="noStrike" sz="4800" u="none">
          <a:solidFill>
            <a:srgbClr val="838787"/>
          </a:solidFill>
          <a:uFillTx/>
          <a:latin typeface="Avenir Next Medium"/>
          <a:ea typeface="Avenir Next Medium"/>
          <a:cs typeface="Avenir Next Medium"/>
          <a:sym typeface="Avenir Next Medium"/>
        </a:defRPr>
      </a:lvl3pPr>
      <a:lvl4pPr marL="2540000" marR="0" indent="-635000" algn="l" defTabSz="825500" rtl="0" latinLnBrk="0">
        <a:lnSpc>
          <a:spcPct val="100000"/>
        </a:lnSpc>
        <a:spcBef>
          <a:spcPts val="3900"/>
        </a:spcBef>
        <a:spcAft>
          <a:spcPts val="0"/>
        </a:spcAft>
        <a:buClr>
          <a:schemeClr val="accent1">
            <a:satOff val="-4060"/>
          </a:schemeClr>
        </a:buClr>
        <a:buSzPct val="104999"/>
        <a:buFont typeface="Avenir Next Regular"/>
        <a:buChar char="‣"/>
        <a:tabLst/>
        <a:defRPr b="0" baseline="0" cap="none" i="0" spc="0" strike="noStrike" sz="4800" u="none">
          <a:solidFill>
            <a:srgbClr val="838787"/>
          </a:solidFill>
          <a:uFillTx/>
          <a:latin typeface="Avenir Next Medium"/>
          <a:ea typeface="Avenir Next Medium"/>
          <a:cs typeface="Avenir Next Medium"/>
          <a:sym typeface="Avenir Next Medium"/>
        </a:defRPr>
      </a:lvl4pPr>
      <a:lvl5pPr marL="3175000" marR="0" indent="-635000" algn="l" defTabSz="825500" rtl="0" latinLnBrk="0">
        <a:lnSpc>
          <a:spcPct val="100000"/>
        </a:lnSpc>
        <a:spcBef>
          <a:spcPts val="3900"/>
        </a:spcBef>
        <a:spcAft>
          <a:spcPts val="0"/>
        </a:spcAft>
        <a:buClr>
          <a:schemeClr val="accent1">
            <a:satOff val="-4060"/>
          </a:schemeClr>
        </a:buClr>
        <a:buSzPct val="104999"/>
        <a:buFont typeface="Avenir Next Regular"/>
        <a:buChar char="‣"/>
        <a:tabLst/>
        <a:defRPr b="0" baseline="0" cap="none" i="0" spc="0" strike="noStrike" sz="4800" u="none">
          <a:solidFill>
            <a:srgbClr val="838787"/>
          </a:solidFill>
          <a:uFillTx/>
          <a:latin typeface="Avenir Next Medium"/>
          <a:ea typeface="Avenir Next Medium"/>
          <a:cs typeface="Avenir Next Medium"/>
          <a:sym typeface="Avenir Next Medium"/>
        </a:defRPr>
      </a:lvl5pPr>
      <a:lvl6pPr marL="3810000" marR="0" indent="-635000" algn="l" defTabSz="825500" rtl="0" latinLnBrk="0">
        <a:lnSpc>
          <a:spcPct val="100000"/>
        </a:lnSpc>
        <a:spcBef>
          <a:spcPts val="3900"/>
        </a:spcBef>
        <a:spcAft>
          <a:spcPts val="0"/>
        </a:spcAft>
        <a:buClr>
          <a:schemeClr val="accent1">
            <a:satOff val="-4060"/>
          </a:schemeClr>
        </a:buClr>
        <a:buSzPct val="104999"/>
        <a:buFont typeface="Avenir Next Regular"/>
        <a:buChar char="‣"/>
        <a:tabLst/>
        <a:defRPr b="0" baseline="0" cap="none" i="0" spc="0" strike="noStrike" sz="4800" u="none">
          <a:solidFill>
            <a:srgbClr val="838787"/>
          </a:solidFill>
          <a:uFillTx/>
          <a:latin typeface="Avenir Next Medium"/>
          <a:ea typeface="Avenir Next Medium"/>
          <a:cs typeface="Avenir Next Medium"/>
          <a:sym typeface="Avenir Next Medium"/>
        </a:defRPr>
      </a:lvl6pPr>
      <a:lvl7pPr marL="4445000" marR="0" indent="-635000" algn="l" defTabSz="825500" rtl="0" latinLnBrk="0">
        <a:lnSpc>
          <a:spcPct val="100000"/>
        </a:lnSpc>
        <a:spcBef>
          <a:spcPts val="3900"/>
        </a:spcBef>
        <a:spcAft>
          <a:spcPts val="0"/>
        </a:spcAft>
        <a:buClr>
          <a:schemeClr val="accent1">
            <a:satOff val="-4060"/>
          </a:schemeClr>
        </a:buClr>
        <a:buSzPct val="104999"/>
        <a:buFont typeface="Avenir Next Regular"/>
        <a:buChar char="‣"/>
        <a:tabLst/>
        <a:defRPr b="0" baseline="0" cap="none" i="0" spc="0" strike="noStrike" sz="4800" u="none">
          <a:solidFill>
            <a:srgbClr val="838787"/>
          </a:solidFill>
          <a:uFillTx/>
          <a:latin typeface="Avenir Next Medium"/>
          <a:ea typeface="Avenir Next Medium"/>
          <a:cs typeface="Avenir Next Medium"/>
          <a:sym typeface="Avenir Next Medium"/>
        </a:defRPr>
      </a:lvl7pPr>
      <a:lvl8pPr marL="5080000" marR="0" indent="-635000" algn="l" defTabSz="825500" rtl="0" latinLnBrk="0">
        <a:lnSpc>
          <a:spcPct val="100000"/>
        </a:lnSpc>
        <a:spcBef>
          <a:spcPts val="3900"/>
        </a:spcBef>
        <a:spcAft>
          <a:spcPts val="0"/>
        </a:spcAft>
        <a:buClr>
          <a:schemeClr val="accent1">
            <a:satOff val="-4060"/>
          </a:schemeClr>
        </a:buClr>
        <a:buSzPct val="104999"/>
        <a:buFont typeface="Avenir Next Regular"/>
        <a:buChar char="‣"/>
        <a:tabLst/>
        <a:defRPr b="0" baseline="0" cap="none" i="0" spc="0" strike="noStrike" sz="4800" u="none">
          <a:solidFill>
            <a:srgbClr val="838787"/>
          </a:solidFill>
          <a:uFillTx/>
          <a:latin typeface="Avenir Next Medium"/>
          <a:ea typeface="Avenir Next Medium"/>
          <a:cs typeface="Avenir Next Medium"/>
          <a:sym typeface="Avenir Next Medium"/>
        </a:defRPr>
      </a:lvl8pPr>
      <a:lvl9pPr marL="5715000" marR="0" indent="-635000" algn="l" defTabSz="825500" rtl="0" latinLnBrk="0">
        <a:lnSpc>
          <a:spcPct val="100000"/>
        </a:lnSpc>
        <a:spcBef>
          <a:spcPts val="3900"/>
        </a:spcBef>
        <a:spcAft>
          <a:spcPts val="0"/>
        </a:spcAft>
        <a:buClr>
          <a:schemeClr val="accent1">
            <a:satOff val="-4060"/>
          </a:schemeClr>
        </a:buClr>
        <a:buSzPct val="104999"/>
        <a:buFont typeface="Avenir Next Regular"/>
        <a:buChar char="‣"/>
        <a:tabLst/>
        <a:defRPr b="0" baseline="0" cap="none" i="0" spc="0" strike="noStrike" sz="4800" u="none">
          <a:solidFill>
            <a:srgbClr val="838787"/>
          </a:solidFill>
          <a:uFillTx/>
          <a:latin typeface="Avenir Next Medium"/>
          <a:ea typeface="Avenir Next Medium"/>
          <a:cs typeface="Avenir Next Medium"/>
          <a:sym typeface="Avenir Next Medium"/>
        </a:defRPr>
      </a:lvl9pPr>
    </p:bodyStyle>
    <p:otherStyle>
      <a:lvl1pPr marL="0" marR="0" indent="0" algn="r" defTabSz="82550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3600" u="none">
          <a:solidFill>
            <a:schemeClr val="tx1"/>
          </a:solidFill>
          <a:uFillTx/>
          <a:latin typeface="+mn-lt"/>
          <a:ea typeface="+mn-ea"/>
          <a:cs typeface="+mn-cs"/>
          <a:sym typeface="DIN Alternate Bold"/>
        </a:defRPr>
      </a:lvl1pPr>
      <a:lvl2pPr marL="0" marR="0" indent="228600" algn="r" defTabSz="82550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3600" u="none">
          <a:solidFill>
            <a:schemeClr val="tx1"/>
          </a:solidFill>
          <a:uFillTx/>
          <a:latin typeface="+mn-lt"/>
          <a:ea typeface="+mn-ea"/>
          <a:cs typeface="+mn-cs"/>
          <a:sym typeface="DIN Alternate Bold"/>
        </a:defRPr>
      </a:lvl2pPr>
      <a:lvl3pPr marL="0" marR="0" indent="457200" algn="r" defTabSz="82550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3600" u="none">
          <a:solidFill>
            <a:schemeClr val="tx1"/>
          </a:solidFill>
          <a:uFillTx/>
          <a:latin typeface="+mn-lt"/>
          <a:ea typeface="+mn-ea"/>
          <a:cs typeface="+mn-cs"/>
          <a:sym typeface="DIN Alternate Bold"/>
        </a:defRPr>
      </a:lvl3pPr>
      <a:lvl4pPr marL="0" marR="0" indent="685800" algn="r" defTabSz="82550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3600" u="none">
          <a:solidFill>
            <a:schemeClr val="tx1"/>
          </a:solidFill>
          <a:uFillTx/>
          <a:latin typeface="+mn-lt"/>
          <a:ea typeface="+mn-ea"/>
          <a:cs typeface="+mn-cs"/>
          <a:sym typeface="DIN Alternate Bold"/>
        </a:defRPr>
      </a:lvl4pPr>
      <a:lvl5pPr marL="0" marR="0" indent="914400" algn="r" defTabSz="82550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3600" u="none">
          <a:solidFill>
            <a:schemeClr val="tx1"/>
          </a:solidFill>
          <a:uFillTx/>
          <a:latin typeface="+mn-lt"/>
          <a:ea typeface="+mn-ea"/>
          <a:cs typeface="+mn-cs"/>
          <a:sym typeface="DIN Alternate Bold"/>
        </a:defRPr>
      </a:lvl5pPr>
      <a:lvl6pPr marL="0" marR="0" indent="1143000" algn="r" defTabSz="82550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3600" u="none">
          <a:solidFill>
            <a:schemeClr val="tx1"/>
          </a:solidFill>
          <a:uFillTx/>
          <a:latin typeface="+mn-lt"/>
          <a:ea typeface="+mn-ea"/>
          <a:cs typeface="+mn-cs"/>
          <a:sym typeface="DIN Alternate Bold"/>
        </a:defRPr>
      </a:lvl6pPr>
      <a:lvl7pPr marL="0" marR="0" indent="1371600" algn="r" defTabSz="82550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3600" u="none">
          <a:solidFill>
            <a:schemeClr val="tx1"/>
          </a:solidFill>
          <a:uFillTx/>
          <a:latin typeface="+mn-lt"/>
          <a:ea typeface="+mn-ea"/>
          <a:cs typeface="+mn-cs"/>
          <a:sym typeface="DIN Alternate Bold"/>
        </a:defRPr>
      </a:lvl7pPr>
      <a:lvl8pPr marL="0" marR="0" indent="1600200" algn="r" defTabSz="82550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3600" u="none">
          <a:solidFill>
            <a:schemeClr val="tx1"/>
          </a:solidFill>
          <a:uFillTx/>
          <a:latin typeface="+mn-lt"/>
          <a:ea typeface="+mn-ea"/>
          <a:cs typeface="+mn-cs"/>
          <a:sym typeface="DIN Alternate Bold"/>
        </a:defRPr>
      </a:lvl8pPr>
      <a:lvl9pPr marL="0" marR="0" indent="1828800" algn="r" defTabSz="82550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3600" u="none">
          <a:solidFill>
            <a:schemeClr val="tx1"/>
          </a:solidFill>
          <a:uFillTx/>
          <a:latin typeface="+mn-lt"/>
          <a:ea typeface="+mn-ea"/>
          <a:cs typeface="+mn-cs"/>
          <a:sym typeface="DIN Alternate Bold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eg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
</file>

<file path=ppt/slides/_rels/slide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2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2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2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3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3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3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3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Bash,Pakethantering &amp; kompression"/>
          <p:cNvSpPr txBox="1"/>
          <p:nvPr>
            <p:ph type="ctrTitle"/>
          </p:nvPr>
        </p:nvSpPr>
        <p:spPr>
          <a:prstGeom prst="rect">
            <a:avLst/>
          </a:prstGeom>
        </p:spPr>
        <p:txBody>
          <a:bodyPr/>
          <a:lstStyle>
            <a:lvl1pPr defTabSz="396239">
              <a:defRPr sz="14544"/>
            </a:lvl1pPr>
          </a:lstStyle>
          <a:p>
            <a:pPr/>
            <a:r>
              <a:t>Bash,Pakethantering &amp; kompression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Agenda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685165">
              <a:spcBef>
                <a:spcPts val="3200"/>
              </a:spcBef>
              <a:defRPr sz="7221"/>
            </a:lvl1pPr>
          </a:lstStyle>
          <a:p>
            <a:pPr/>
            <a:r>
              <a:t>Agenda</a:t>
            </a:r>
          </a:p>
        </p:txBody>
      </p:sp>
      <p:sp>
        <p:nvSpPr>
          <p:cNvPr id="169" name="Systemadministration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marL="463550" indent="-463550" defTabSz="602615">
              <a:spcBef>
                <a:spcPts val="2800"/>
              </a:spcBef>
              <a:defRPr sz="3504"/>
            </a:pPr>
            <a:r>
              <a:t>Systemadministration</a:t>
            </a:r>
          </a:p>
          <a:p>
            <a:pPr marL="463550" indent="-463550" defTabSz="602615">
              <a:spcBef>
                <a:spcPts val="2800"/>
              </a:spcBef>
              <a:defRPr sz="3504"/>
            </a:pPr>
            <a:r>
              <a:t>Unix filosofi</a:t>
            </a:r>
          </a:p>
          <a:p>
            <a:pPr marL="463550" indent="-463550" defTabSz="602615">
              <a:spcBef>
                <a:spcPts val="2800"/>
              </a:spcBef>
              <a:defRPr sz="3504"/>
            </a:pPr>
            <a:r>
              <a:t>Bash</a:t>
            </a:r>
          </a:p>
          <a:p>
            <a:pPr lvl="1" marL="927100" indent="-463550" defTabSz="602615">
              <a:spcBef>
                <a:spcPts val="2800"/>
              </a:spcBef>
              <a:defRPr sz="3504"/>
            </a:pPr>
            <a:r>
              <a:t>Filtrering</a:t>
            </a:r>
          </a:p>
          <a:p>
            <a:pPr lvl="1" marL="927100" indent="-463550" defTabSz="602615">
              <a:spcBef>
                <a:spcPts val="2800"/>
              </a:spcBef>
              <a:defRPr sz="3504"/>
            </a:pPr>
            <a:r>
              <a:t>I/O-redirection</a:t>
            </a:r>
          </a:p>
          <a:p>
            <a:pPr lvl="1" marL="927100" indent="-463550" defTabSz="602615">
              <a:spcBef>
                <a:spcPts val="2800"/>
              </a:spcBef>
              <a:defRPr sz="3504"/>
            </a:pPr>
            <a:r>
              <a:t>Variabler</a:t>
            </a:r>
          </a:p>
          <a:p>
            <a:pPr lvl="1" marL="927100" indent="-463550" defTabSz="602615">
              <a:spcBef>
                <a:spcPts val="2800"/>
              </a:spcBef>
              <a:defRPr sz="3504"/>
            </a:pPr>
            <a:r>
              <a:t>Alias</a:t>
            </a:r>
          </a:p>
          <a:p>
            <a:pPr marL="463550" indent="-463550" defTabSz="602615">
              <a:spcBef>
                <a:spcPts val="2800"/>
              </a:spcBef>
              <a:defRPr sz="3504"/>
            </a:pPr>
            <a:r>
              <a:t>Pakethanterare</a:t>
            </a:r>
          </a:p>
          <a:p>
            <a:pPr marL="463550" indent="-463550" defTabSz="602615">
              <a:spcBef>
                <a:spcPts val="2800"/>
              </a:spcBef>
              <a:defRPr sz="3504"/>
            </a:pPr>
            <a:r>
              <a:t>Kompression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Systemadministration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685165">
              <a:spcBef>
                <a:spcPts val="3200"/>
              </a:spcBef>
              <a:defRPr sz="7221"/>
            </a:lvl1pPr>
          </a:lstStyle>
          <a:p>
            <a:pPr/>
            <a:r>
              <a:t>Systemadministration</a:t>
            </a:r>
          </a:p>
        </p:txBody>
      </p:sp>
      <p:sp>
        <p:nvSpPr>
          <p:cNvPr id="172" name="Shell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marL="463550" indent="-463550" defTabSz="602615">
              <a:spcBef>
                <a:spcPts val="2800"/>
              </a:spcBef>
              <a:defRPr sz="3504"/>
            </a:pPr>
            <a:r>
              <a:t>Shell</a:t>
            </a:r>
          </a:p>
          <a:p>
            <a:pPr marL="463550" indent="-463550" defTabSz="602615">
              <a:spcBef>
                <a:spcPts val="2800"/>
              </a:spcBef>
              <a:defRPr sz="3504"/>
            </a:pPr>
            <a:r>
              <a:t>Editor</a:t>
            </a:r>
          </a:p>
          <a:p>
            <a:pPr marL="463550" indent="-463550" defTabSz="602615">
              <a:spcBef>
                <a:spcPts val="2800"/>
              </a:spcBef>
              <a:defRPr sz="3504"/>
            </a:pPr>
            <a:r>
              <a:t>Pakethantering</a:t>
            </a:r>
          </a:p>
          <a:p>
            <a:pPr marL="463550" indent="-463550" defTabSz="602615">
              <a:spcBef>
                <a:spcPts val="2800"/>
              </a:spcBef>
              <a:defRPr sz="3504"/>
            </a:pPr>
            <a:r>
              <a:t>Filhantering</a:t>
            </a:r>
          </a:p>
          <a:p>
            <a:pPr marL="463550" indent="-463550" defTabSz="602615">
              <a:spcBef>
                <a:spcPts val="2800"/>
              </a:spcBef>
              <a:defRPr sz="3504"/>
            </a:pPr>
            <a:r>
              <a:t>Processhantering</a:t>
            </a:r>
          </a:p>
          <a:p>
            <a:pPr marL="463550" indent="-463550" defTabSz="602615">
              <a:spcBef>
                <a:spcPts val="2800"/>
              </a:spcBef>
              <a:defRPr sz="3504"/>
            </a:pPr>
            <a:r>
              <a:t>Användarhantering</a:t>
            </a:r>
          </a:p>
          <a:p>
            <a:pPr marL="463550" indent="-463550" defTabSz="602615">
              <a:spcBef>
                <a:spcPts val="2800"/>
              </a:spcBef>
              <a:defRPr sz="3504"/>
            </a:pPr>
            <a:r>
              <a:t>Nätverkhantering </a:t>
            </a:r>
          </a:p>
          <a:p>
            <a:pPr marL="463550" indent="-463550" defTabSz="602615">
              <a:spcBef>
                <a:spcPts val="2800"/>
              </a:spcBef>
              <a:defRPr sz="3504"/>
            </a:pPr>
            <a:r>
              <a:t>Servicehantering</a:t>
            </a:r>
          </a:p>
          <a:p>
            <a:pPr marL="463550" indent="-463550" defTabSz="602615">
              <a:spcBef>
                <a:spcPts val="2800"/>
              </a:spcBef>
              <a:defRPr sz="3504"/>
            </a:pPr>
            <a:r>
              <a:t>Skriva skript</a:t>
            </a:r>
          </a:p>
        </p:txBody>
      </p:sp>
      <p:pic>
        <p:nvPicPr>
          <p:cNvPr id="173" name="NINTCHDBPICT000588901059.jpeg" descr="NINTCHDBPICT000588901059.jpe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1190654" y="3924299"/>
            <a:ext cx="6265795" cy="7374913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Systemadministration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685165">
              <a:spcBef>
                <a:spcPts val="3200"/>
              </a:spcBef>
              <a:defRPr sz="7221"/>
            </a:lvl1pPr>
          </a:lstStyle>
          <a:p>
            <a:pPr/>
            <a:r>
              <a:t>Systemadministration</a:t>
            </a:r>
          </a:p>
        </p:txBody>
      </p:sp>
      <p:sp>
        <p:nvSpPr>
          <p:cNvPr id="176" name="Vi är upptäcktsresande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Vi är upptäcktsresande</a:t>
            </a:r>
          </a:p>
          <a:p>
            <a:pPr lvl="1"/>
            <a:r>
              <a:t>Målet: En mentalkarta över landskap</a:t>
            </a:r>
          </a:p>
          <a:p>
            <a:pPr lvl="1"/>
            <a:r>
              <a:t>Vi kommer i vissa fall behöva besöka flera kontinenter</a:t>
            </a:r>
          </a:p>
        </p:txBody>
      </p:sp>
      <p:pic>
        <p:nvPicPr>
          <p:cNvPr id="177" name="Skärmavbild 2021-07-01 kl. 15.35.04.png" descr="Skärmavbild 2021-07-01 kl. 15.35.04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450730" y="7841000"/>
            <a:ext cx="10877833" cy="5473017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UNIX filosofi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685165">
              <a:spcBef>
                <a:spcPts val="3200"/>
              </a:spcBef>
              <a:defRPr sz="7221"/>
            </a:lvl1pPr>
          </a:lstStyle>
          <a:p>
            <a:pPr/>
            <a:r>
              <a:t>UNIX filosofi</a:t>
            </a:r>
          </a:p>
        </p:txBody>
      </p:sp>
      <p:sp>
        <p:nvSpPr>
          <p:cNvPr id="180" name="Anledningen att Unix/Linux har varit så framgångsrikt är dess filosofi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Anledningen att Unix/Linux har varit så framgångsrikt är dess filosofi</a:t>
            </a:r>
          </a:p>
          <a:p>
            <a:pPr/>
            <a:r>
              <a:t>När man bygger mjukvara är dess design en nyckelfaktor</a:t>
            </a:r>
          </a:p>
          <a:p>
            <a:pPr lvl="1"/>
            <a:r>
              <a:t>För storskaliga projekt med många rörliga delar är gemensamma designprinciper kritiskt för framgång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UNIX filosofi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685165">
              <a:spcBef>
                <a:spcPts val="3200"/>
              </a:spcBef>
              <a:defRPr sz="7221"/>
            </a:lvl1pPr>
          </a:lstStyle>
          <a:p>
            <a:pPr/>
            <a:r>
              <a:t>UNIX filosofi</a:t>
            </a:r>
          </a:p>
        </p:txBody>
      </p:sp>
      <p:sp>
        <p:nvSpPr>
          <p:cNvPr id="183" name="Unix designprinciper fokuserade på enkelhet från början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Unix designprinciper fokuserade på enkelhet från början</a:t>
            </a:r>
          </a:p>
          <a:p>
            <a:pPr/>
            <a:r>
              <a:t>Mjukvara (applikationer) byggdes runt framför allt 3 vägledande principer</a:t>
            </a:r>
          </a:p>
          <a:p>
            <a:pPr lvl="1">
              <a:defRPr i="1"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  <a:r>
              <a:t>”Write programs that do one thing and do it well.”</a:t>
            </a:r>
          </a:p>
          <a:p>
            <a:pPr lvl="1">
              <a:defRPr i="1"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  <a:r>
              <a:t>”Write programs to work together.”</a:t>
            </a:r>
          </a:p>
          <a:p>
            <a:pPr lvl="1">
              <a:defRPr i="1"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  <a:r>
              <a:t>”Write programs to handle text streams, because its a universal interface.”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UNIX filosofi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685165">
              <a:spcBef>
                <a:spcPts val="3200"/>
              </a:spcBef>
              <a:defRPr sz="7221"/>
            </a:lvl1pPr>
          </a:lstStyle>
          <a:p>
            <a:pPr/>
            <a:r>
              <a:t>UNIX filosofi</a:t>
            </a:r>
          </a:p>
        </p:txBody>
      </p:sp>
      <p:sp>
        <p:nvSpPr>
          <p:cNvPr id="186" name="Unix populariserade ideen att arbeta med applikationer som verktyg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Unix populariserade ideen att arbeta med applikationer som verktyg</a:t>
            </a:r>
          </a:p>
          <a:p>
            <a:pPr lvl="1"/>
            <a:r>
              <a:t>Istället för att återuppfinna hjulet vid varje ny monolitisk applikation</a:t>
            </a:r>
          </a:p>
          <a:p>
            <a:pPr lvl="1"/>
            <a:r>
              <a:t>Återanvänd verktyg från verktygslåda för att bygga mjukvara</a:t>
            </a:r>
          </a:p>
          <a:p>
            <a:pPr lvl="1"/>
            <a:r>
              <a:t>Bygg mjukvara som vi bygger med lego</a:t>
            </a:r>
          </a:p>
          <a:p>
            <a:pPr lvl="1"/>
            <a:r>
              <a:t>Tänk på framtida oförutsedd användning av ditt program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UNIX filosofi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685165">
              <a:spcBef>
                <a:spcPts val="3200"/>
              </a:spcBef>
              <a:defRPr sz="7221"/>
            </a:lvl1pPr>
          </a:lstStyle>
          <a:p>
            <a:pPr/>
            <a:r>
              <a:t>UNIX filosofi</a:t>
            </a:r>
          </a:p>
        </p:txBody>
      </p:sp>
      <p:sp>
        <p:nvSpPr>
          <p:cNvPr id="189" name="Vi ska nu se hur denna filosofi har yttrat sig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Vi ska nu se hur denna filosofi har yttrat sig</a:t>
            </a:r>
          </a:p>
          <a:p>
            <a:pPr lvl="1"/>
            <a:r>
              <a:t>Små enkla program</a:t>
            </a:r>
          </a:p>
          <a:p>
            <a:pPr lvl="1"/>
            <a:r>
              <a:t>I/O redirection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BASH - Filtrering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685165">
              <a:spcBef>
                <a:spcPts val="3200"/>
              </a:spcBef>
              <a:defRPr sz="7221"/>
            </a:lvl1pPr>
          </a:lstStyle>
          <a:p>
            <a:pPr/>
            <a:r>
              <a:t>BASH - Filtrering</a:t>
            </a:r>
          </a:p>
        </p:txBody>
      </p:sp>
      <p:sp>
        <p:nvSpPr>
          <p:cNvPr id="192" name="cut - separera rader till fält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marL="527050" indent="-527050" defTabSz="685165">
              <a:spcBef>
                <a:spcPts val="3200"/>
              </a:spcBef>
              <a:defRPr sz="3984"/>
            </a:pPr>
            <a:r>
              <a:t>cut - separera rader till fält</a:t>
            </a:r>
          </a:p>
          <a:p>
            <a:pPr lvl="1" marL="1054100" indent="-527050" defTabSz="685165">
              <a:spcBef>
                <a:spcPts val="3200"/>
              </a:spcBef>
              <a:defRPr sz="3984"/>
            </a:pPr>
            <a:r>
              <a:t>$ cat /etc/passwd</a:t>
            </a:r>
          </a:p>
          <a:p>
            <a:pPr lvl="1" marL="1054100" indent="-527050" defTabSz="685165">
              <a:spcBef>
                <a:spcPts val="3200"/>
              </a:spcBef>
              <a:defRPr sz="3984"/>
            </a:pPr>
            <a:r>
              <a:t>$ </a:t>
            </a:r>
            <a:r>
              <a:rPr>
                <a:solidFill>
                  <a:schemeClr val="accent3"/>
                </a:solidFill>
              </a:rPr>
              <a:t>cut</a:t>
            </a:r>
            <a:r>
              <a:t> -b 1-3 /etc/passwd</a:t>
            </a:r>
          </a:p>
          <a:p>
            <a:pPr marL="527050" indent="-527050" defTabSz="685165">
              <a:spcBef>
                <a:spcPts val="3200"/>
              </a:spcBef>
              <a:defRPr sz="3984"/>
            </a:pPr>
            <a:r>
              <a:t>sort - sortera rader</a:t>
            </a:r>
          </a:p>
          <a:p>
            <a:pPr lvl="1" marL="1054100" indent="-527050" defTabSz="685165">
              <a:spcBef>
                <a:spcPts val="3200"/>
              </a:spcBef>
              <a:defRPr sz="3984"/>
            </a:pPr>
            <a:r>
              <a:t>$ cat /etc/group</a:t>
            </a:r>
          </a:p>
          <a:p>
            <a:pPr lvl="1" marL="1054100" indent="-527050" defTabSz="685165">
              <a:spcBef>
                <a:spcPts val="3200"/>
              </a:spcBef>
              <a:defRPr sz="3984"/>
            </a:pPr>
            <a:r>
              <a:t>$ </a:t>
            </a:r>
            <a:r>
              <a:rPr>
                <a:solidFill>
                  <a:schemeClr val="accent3"/>
                </a:solidFill>
              </a:rPr>
              <a:t>sort</a:t>
            </a:r>
            <a:r>
              <a:t> -t: -k3,3 /etc/group </a:t>
            </a:r>
          </a:p>
          <a:p>
            <a:pPr marL="527050" indent="-527050" defTabSz="685165">
              <a:spcBef>
                <a:spcPts val="3200"/>
              </a:spcBef>
              <a:defRPr sz="3984"/>
            </a:pPr>
            <a:r>
              <a:t>uniq - skriv ut unika rader</a:t>
            </a:r>
          </a:p>
          <a:p>
            <a:pPr lvl="1" marL="1054100" indent="-527050" defTabSz="685165">
              <a:spcBef>
                <a:spcPts val="3200"/>
              </a:spcBef>
              <a:defRPr sz="3984"/>
            </a:pPr>
            <a:r>
              <a:t>$ cut -d: -f7 /etc/passwd | sort | </a:t>
            </a:r>
            <a:r>
              <a:rPr>
                <a:solidFill>
                  <a:schemeClr val="accent3"/>
                </a:solidFill>
              </a:rPr>
              <a:t>uniq</a:t>
            </a:r>
            <a:r>
              <a:t> -d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BASH - Filtrering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685165">
              <a:spcBef>
                <a:spcPts val="3200"/>
              </a:spcBef>
              <a:defRPr sz="7221"/>
            </a:lvl1pPr>
          </a:lstStyle>
          <a:p>
            <a:pPr/>
            <a:r>
              <a:t>BASH - Filtrering</a:t>
            </a:r>
          </a:p>
        </p:txBody>
      </p:sp>
      <p:sp>
        <p:nvSpPr>
          <p:cNvPr id="195" name="wc - word count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marL="609600" indent="-609600" defTabSz="792479">
              <a:spcBef>
                <a:spcPts val="3700"/>
              </a:spcBef>
              <a:defRPr sz="4608"/>
            </a:pPr>
            <a:r>
              <a:t>wc - word count</a:t>
            </a:r>
          </a:p>
          <a:p>
            <a:pPr lvl="1" marL="1219200" indent="-609600" defTabSz="792479">
              <a:spcBef>
                <a:spcPts val="3700"/>
              </a:spcBef>
              <a:defRPr sz="4608"/>
            </a:pPr>
            <a:r>
              <a:t>$ </a:t>
            </a:r>
            <a:r>
              <a:rPr>
                <a:solidFill>
                  <a:schemeClr val="accent3"/>
                </a:solidFill>
              </a:rPr>
              <a:t>wc</a:t>
            </a:r>
            <a:r>
              <a:t> /etc/passwd</a:t>
            </a:r>
          </a:p>
          <a:p>
            <a:pPr marL="609600" indent="-609600" defTabSz="792479">
              <a:spcBef>
                <a:spcPts val="3700"/>
              </a:spcBef>
              <a:defRPr sz="4608"/>
            </a:pPr>
            <a:r>
              <a:t>head och tail - läs från början eller slutet på fil</a:t>
            </a:r>
          </a:p>
          <a:p>
            <a:pPr lvl="1" marL="1219200" indent="-609600" defTabSz="792479">
              <a:spcBef>
                <a:spcPts val="3700"/>
              </a:spcBef>
              <a:defRPr sz="4608"/>
            </a:pPr>
            <a:r>
              <a:t>$ </a:t>
            </a:r>
            <a:r>
              <a:rPr>
                <a:solidFill>
                  <a:schemeClr val="accent3"/>
                </a:solidFill>
              </a:rPr>
              <a:t>head</a:t>
            </a:r>
            <a:r>
              <a:t> -n 3 /etc/passwd</a:t>
            </a:r>
          </a:p>
          <a:p>
            <a:pPr lvl="1" marL="1219200" indent="-609600" defTabSz="792479">
              <a:spcBef>
                <a:spcPts val="3700"/>
              </a:spcBef>
              <a:defRPr sz="4608"/>
            </a:pPr>
            <a:r>
              <a:t>$ </a:t>
            </a:r>
            <a:r>
              <a:rPr>
                <a:solidFill>
                  <a:schemeClr val="accent3"/>
                </a:solidFill>
              </a:rPr>
              <a:t>tail</a:t>
            </a:r>
            <a:r>
              <a:t> -n 7 /etc/passwd</a:t>
            </a:r>
          </a:p>
          <a:p>
            <a:pPr marL="609600" indent="-609600" defTabSz="792479">
              <a:spcBef>
                <a:spcPts val="3700"/>
              </a:spcBef>
              <a:defRPr sz="4608"/>
            </a:pPr>
            <a:r>
              <a:t>grep - söker text</a:t>
            </a:r>
          </a:p>
          <a:p>
            <a:pPr lvl="1" marL="1219200" indent="-609600" defTabSz="792479">
              <a:spcBef>
                <a:spcPts val="3700"/>
              </a:spcBef>
              <a:defRPr sz="4608"/>
            </a:pPr>
            <a:r>
              <a:t>$ </a:t>
            </a:r>
            <a:r>
              <a:rPr>
                <a:solidFill>
                  <a:schemeClr val="accent3"/>
                </a:solidFill>
              </a:rPr>
              <a:t>grep</a:t>
            </a:r>
            <a:r>
              <a:t> root /etc/passwd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BASH - I/O-REDIRECTION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685165">
              <a:spcBef>
                <a:spcPts val="3200"/>
              </a:spcBef>
              <a:defRPr sz="7221"/>
            </a:lvl1pPr>
          </a:lstStyle>
          <a:p>
            <a:pPr/>
            <a:r>
              <a:t>BASH - I/O-REDIRECTION</a:t>
            </a:r>
          </a:p>
        </p:txBody>
      </p:sp>
      <p:sp>
        <p:nvSpPr>
          <p:cNvPr id="198" name="Varje process har 3 kommunikationskanaler tillgängliga från kernel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Varje process har 3 kommunikationskanaler tillgängliga från kernel</a:t>
            </a:r>
          </a:p>
          <a:p>
            <a:pPr lvl="1"/>
            <a:r>
              <a:t>STDIN (</a:t>
            </a:r>
            <a:r>
              <a:rPr>
                <a:solidFill>
                  <a:schemeClr val="accent3"/>
                </a:solidFill>
              </a:rPr>
              <a:t>0</a:t>
            </a:r>
            <a:r>
              <a:t>)</a:t>
            </a:r>
          </a:p>
          <a:p>
            <a:pPr lvl="1"/>
            <a:r>
              <a:t>STDOUT (</a:t>
            </a:r>
            <a:r>
              <a:rPr>
                <a:solidFill>
                  <a:schemeClr val="accent3"/>
                </a:solidFill>
              </a:rPr>
              <a:t>1</a:t>
            </a:r>
            <a:r>
              <a:t>)</a:t>
            </a:r>
          </a:p>
          <a:p>
            <a:pPr lvl="1"/>
            <a:r>
              <a:t>STDERR (</a:t>
            </a:r>
            <a:r>
              <a:rPr>
                <a:solidFill>
                  <a:schemeClr val="accent3"/>
                </a:solidFill>
              </a:rPr>
              <a:t>2</a:t>
            </a:r>
            <a:r>
              <a:t>)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BASH - I/O-REDIRECTION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685165">
              <a:spcBef>
                <a:spcPts val="3200"/>
              </a:spcBef>
              <a:defRPr sz="7221"/>
            </a:lvl1pPr>
          </a:lstStyle>
          <a:p>
            <a:pPr/>
            <a:r>
              <a:t>BASH - I/O-REDIRECTION</a:t>
            </a:r>
          </a:p>
        </p:txBody>
      </p:sp>
      <p:sp>
        <p:nvSpPr>
          <p:cNvPr id="201" name="Shell tolkar &lt;, &gt; och &gt;&gt; som instruktioner för att dirigera kommandons input/output till filer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marL="463550" indent="-463550" defTabSz="602615">
              <a:spcBef>
                <a:spcPts val="2800"/>
              </a:spcBef>
              <a:defRPr sz="3504"/>
            </a:pPr>
            <a:r>
              <a:t>Shell tolkar </a:t>
            </a:r>
            <a:r>
              <a:rPr>
                <a:solidFill>
                  <a:schemeClr val="accent3"/>
                </a:solidFill>
              </a:rPr>
              <a:t>&lt;</a:t>
            </a:r>
            <a:r>
              <a:t>, </a:t>
            </a:r>
            <a:r>
              <a:rPr>
                <a:solidFill>
                  <a:schemeClr val="accent3"/>
                </a:solidFill>
              </a:rPr>
              <a:t>&gt;</a:t>
            </a:r>
            <a:r>
              <a:t> och </a:t>
            </a:r>
            <a:r>
              <a:rPr>
                <a:solidFill>
                  <a:schemeClr val="accent3"/>
                </a:solidFill>
              </a:rPr>
              <a:t>&gt;&gt;</a:t>
            </a:r>
            <a:r>
              <a:t> som instruktioner för att dirigera kommandons input/output till filer</a:t>
            </a:r>
          </a:p>
          <a:p>
            <a:pPr lvl="1" marL="927100" indent="-463550" defTabSz="602615">
              <a:spcBef>
                <a:spcPts val="2800"/>
              </a:spcBef>
              <a:defRPr sz="3504"/>
            </a:pPr>
            <a:r>
              <a:rPr>
                <a:solidFill>
                  <a:schemeClr val="accent3"/>
                </a:solidFill>
              </a:rPr>
              <a:t>&lt;</a:t>
            </a:r>
            <a:r>
              <a:t> - input från fil</a:t>
            </a:r>
          </a:p>
          <a:p>
            <a:pPr lvl="1" marL="927100" indent="-463550" defTabSz="602615">
              <a:spcBef>
                <a:spcPts val="2800"/>
              </a:spcBef>
              <a:defRPr sz="3504"/>
            </a:pPr>
            <a:r>
              <a:rPr>
                <a:solidFill>
                  <a:schemeClr val="accent3"/>
                </a:solidFill>
              </a:rPr>
              <a:t>&gt;</a:t>
            </a:r>
            <a:r>
              <a:t> - output till fil och skriver över</a:t>
            </a:r>
          </a:p>
          <a:p>
            <a:pPr lvl="1" marL="927100" indent="-463550" defTabSz="602615">
              <a:spcBef>
                <a:spcPts val="2800"/>
              </a:spcBef>
              <a:defRPr sz="3504"/>
            </a:pPr>
            <a:r>
              <a:rPr>
                <a:solidFill>
                  <a:schemeClr val="accent3"/>
                </a:solidFill>
              </a:rPr>
              <a:t>&gt;&gt;</a:t>
            </a:r>
            <a:r>
              <a:t> - output till fil och lägger till</a:t>
            </a:r>
          </a:p>
          <a:p>
            <a:pPr lvl="1" marL="927100" indent="-463550" defTabSz="602615">
              <a:spcBef>
                <a:spcPts val="2800"/>
              </a:spcBef>
              <a:defRPr sz="3504"/>
            </a:pPr>
          </a:p>
          <a:p>
            <a:pPr marL="463550" indent="-463550" defTabSz="602615">
              <a:spcBef>
                <a:spcPts val="2800"/>
              </a:spcBef>
              <a:defRPr sz="3504"/>
            </a:pPr>
            <a:r>
              <a:t>$ echo ”ett meddelande” </a:t>
            </a:r>
            <a:r>
              <a:rPr>
                <a:solidFill>
                  <a:schemeClr val="accent3"/>
                </a:solidFill>
              </a:rPr>
              <a:t>&gt;</a:t>
            </a:r>
            <a:r>
              <a:t> min_fil.txt</a:t>
            </a:r>
          </a:p>
          <a:p>
            <a:pPr marL="463550" indent="-463550" defTabSz="602615">
              <a:spcBef>
                <a:spcPts val="2800"/>
              </a:spcBef>
              <a:defRPr sz="3504"/>
            </a:pPr>
            <a:r>
              <a:t>$ more </a:t>
            </a:r>
            <a:r>
              <a:rPr>
                <a:solidFill>
                  <a:schemeClr val="accent3"/>
                </a:solidFill>
              </a:rPr>
              <a:t>&lt;</a:t>
            </a:r>
            <a:r>
              <a:t> min_fil.txt</a:t>
            </a:r>
          </a:p>
          <a:p>
            <a:pPr marL="463550" indent="-463550" defTabSz="602615">
              <a:spcBef>
                <a:spcPts val="2800"/>
              </a:spcBef>
              <a:defRPr sz="3504"/>
            </a:pPr>
            <a:r>
              <a:t>$ echo ”ett nytt meddelande” </a:t>
            </a:r>
            <a:r>
              <a:rPr>
                <a:solidFill>
                  <a:schemeClr val="accent3"/>
                </a:solidFill>
              </a:rPr>
              <a:t>&gt;&gt;</a:t>
            </a:r>
            <a:r>
              <a:t> min_fil.txt</a:t>
            </a:r>
          </a:p>
          <a:p>
            <a:pPr marL="463550" indent="-463550" defTabSz="602615">
              <a:spcBef>
                <a:spcPts val="2800"/>
              </a:spcBef>
              <a:defRPr sz="3504"/>
            </a:pPr>
            <a:r>
              <a:t>$ more </a:t>
            </a:r>
            <a:r>
              <a:rPr>
                <a:solidFill>
                  <a:schemeClr val="accent3"/>
                </a:solidFill>
              </a:rPr>
              <a:t>&lt;</a:t>
            </a:r>
            <a:r>
              <a:t> min_fil.txt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BASH - I/O-REDIRECTION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685165">
              <a:spcBef>
                <a:spcPts val="3200"/>
              </a:spcBef>
              <a:defRPr sz="7221"/>
            </a:lvl1pPr>
          </a:lstStyle>
          <a:p>
            <a:pPr/>
            <a:r>
              <a:t>BASH - I/O-REDIRECTION</a:t>
            </a:r>
          </a:p>
        </p:txBody>
      </p:sp>
      <p:sp>
        <p:nvSpPr>
          <p:cNvPr id="204" name="Om vi vill redirecta STDOUT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marL="527050" indent="-527050" defTabSz="685165">
              <a:spcBef>
                <a:spcPts val="3200"/>
              </a:spcBef>
              <a:defRPr sz="3984"/>
            </a:pPr>
            <a:r>
              <a:t>Om vi vill redirecta STDOUT</a:t>
            </a:r>
          </a:p>
          <a:p>
            <a:pPr lvl="1" marL="1054100" indent="-527050" defTabSz="685165">
              <a:spcBef>
                <a:spcPts val="3200"/>
              </a:spcBef>
              <a:defRPr sz="3984"/>
            </a:pPr>
            <a:r>
              <a:t>$ find / -name finns </a:t>
            </a:r>
            <a:r>
              <a:rPr>
                <a:solidFill>
                  <a:schemeClr val="accent3"/>
                </a:solidFill>
              </a:rPr>
              <a:t>1&gt;</a:t>
            </a:r>
            <a:r>
              <a:t> find.success.txt</a:t>
            </a:r>
          </a:p>
          <a:p>
            <a:pPr marL="527050" indent="-527050" defTabSz="685165">
              <a:spcBef>
                <a:spcPts val="3200"/>
              </a:spcBef>
              <a:defRPr sz="3984"/>
            </a:pPr>
            <a:r>
              <a:t>Om vi vill redirecta STDERR </a:t>
            </a:r>
          </a:p>
          <a:p>
            <a:pPr lvl="1" marL="1054100" indent="-527050" defTabSz="685165">
              <a:spcBef>
                <a:spcPts val="3200"/>
              </a:spcBef>
              <a:defRPr sz="3984"/>
            </a:pPr>
            <a:r>
              <a:t>$ find / -name finns-inte </a:t>
            </a:r>
            <a:r>
              <a:rPr>
                <a:solidFill>
                  <a:schemeClr val="accent3"/>
                </a:solidFill>
              </a:rPr>
              <a:t>2&gt;</a:t>
            </a:r>
            <a:r>
              <a:t> find.error.txt</a:t>
            </a:r>
          </a:p>
          <a:p>
            <a:pPr marL="527050" indent="-527050" defTabSz="685165">
              <a:spcBef>
                <a:spcPts val="3200"/>
              </a:spcBef>
              <a:defRPr sz="3984"/>
            </a:pPr>
            <a:r>
              <a:t>Om vi vill redirecta STDOUT och STDERR</a:t>
            </a:r>
          </a:p>
          <a:p>
            <a:pPr lvl="1" marL="1054100" indent="-527050" defTabSz="685165">
              <a:spcBef>
                <a:spcPts val="3200"/>
              </a:spcBef>
              <a:defRPr sz="3984"/>
            </a:pPr>
            <a:r>
              <a:t>$ find / -name core </a:t>
            </a:r>
            <a:r>
              <a:rPr>
                <a:solidFill>
                  <a:schemeClr val="accent3"/>
                </a:solidFill>
              </a:rPr>
              <a:t>&amp;&gt;</a:t>
            </a:r>
            <a:r>
              <a:t> /dev/null (papperskorg)</a:t>
            </a:r>
          </a:p>
          <a:p>
            <a:pPr marL="527050" indent="-527050" defTabSz="685165">
              <a:spcBef>
                <a:spcPts val="3200"/>
              </a:spcBef>
              <a:defRPr sz="3984"/>
            </a:pPr>
            <a:r>
              <a:t>Om vi vill separera i olika filer</a:t>
            </a:r>
          </a:p>
          <a:p>
            <a:pPr lvl="1" marL="1054100" indent="-527050" defTabSz="685165">
              <a:spcBef>
                <a:spcPts val="3200"/>
              </a:spcBef>
              <a:defRPr sz="3984"/>
            </a:pPr>
            <a:r>
              <a:t>$ find / -name core </a:t>
            </a:r>
            <a:r>
              <a:rPr>
                <a:solidFill>
                  <a:schemeClr val="accent3"/>
                </a:solidFill>
              </a:rPr>
              <a:t>&gt;</a:t>
            </a:r>
            <a:r>
              <a:t> /tmp/corefiles </a:t>
            </a:r>
            <a:r>
              <a:rPr>
                <a:solidFill>
                  <a:schemeClr val="accent3"/>
                </a:solidFill>
              </a:rPr>
              <a:t>2&gt;</a:t>
            </a:r>
            <a:r>
              <a:t> /dev/null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BASH - I/O-REDIRECTION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685165">
              <a:spcBef>
                <a:spcPts val="3200"/>
              </a:spcBef>
              <a:defRPr sz="7221"/>
            </a:lvl1pPr>
          </a:lstStyle>
          <a:p>
            <a:pPr/>
            <a:r>
              <a:t>BASH - I/O-REDIRECTION</a:t>
            </a:r>
          </a:p>
        </p:txBody>
      </p:sp>
      <p:sp>
        <p:nvSpPr>
          <p:cNvPr id="207" name="För att exekvera ett kommando bara om ett annat fungerar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För att exekvera ett kommando bara om ett annat fungerar</a:t>
            </a:r>
          </a:p>
          <a:p>
            <a:pPr lvl="1"/>
            <a:r>
              <a:t>$ cd /backup/important </a:t>
            </a:r>
            <a:r>
              <a:rPr>
                <a:solidFill>
                  <a:schemeClr val="accent3"/>
                </a:solidFill>
              </a:rPr>
              <a:t>&amp;&amp;</a:t>
            </a:r>
            <a:r>
              <a:t> rm -rf — *</a:t>
            </a:r>
          </a:p>
          <a:p>
            <a:pPr/>
            <a:r>
              <a:t>För att exekvera ett kommando bara om ett inte fungerar</a:t>
            </a:r>
          </a:p>
          <a:p>
            <a:pPr lvl="1"/>
            <a:r>
              <a:t>$ cp —preserve —recursive /etc/* /spare/backup </a:t>
            </a:r>
            <a:r>
              <a:rPr>
                <a:solidFill>
                  <a:schemeClr val="accent3"/>
                </a:solidFill>
              </a:rPr>
              <a:t>|| </a:t>
            </a:r>
            <a:r>
              <a:t>echo ”tyvärr”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BASH - I/O-REDIRECTION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685165">
              <a:spcBef>
                <a:spcPts val="3200"/>
              </a:spcBef>
              <a:defRPr sz="7221"/>
            </a:lvl1pPr>
          </a:lstStyle>
          <a:p>
            <a:pPr/>
            <a:r>
              <a:t>BASH - I/O-REDIRECTION</a:t>
            </a:r>
          </a:p>
        </p:txBody>
      </p:sp>
      <p:sp>
        <p:nvSpPr>
          <p:cNvPr id="210" name="Pipes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Pipes</a:t>
            </a:r>
          </a:p>
          <a:p>
            <a:pPr lvl="1"/>
            <a:r>
              <a:t>Ibland vill vi sätta ihop olika input och output</a:t>
            </a:r>
          </a:p>
          <a:p>
            <a:pPr lvl="1"/>
            <a:r>
              <a:t>$ ps -ef </a:t>
            </a:r>
            <a:r>
              <a:rPr>
                <a:solidFill>
                  <a:schemeClr val="accent3"/>
                </a:solidFill>
              </a:rPr>
              <a:t>|</a:t>
            </a:r>
            <a:r>
              <a:t> grep httpd</a:t>
            </a:r>
          </a:p>
          <a:p>
            <a:pPr lvl="2"/>
            <a:r>
              <a:t>Hittar alla processer som heter nåt med httpd</a:t>
            </a:r>
          </a:p>
          <a:p>
            <a:pPr lvl="1"/>
            <a:r>
              <a:t>$ cut -d: -f7 &lt; etc/passwd </a:t>
            </a:r>
            <a:r>
              <a:rPr>
                <a:solidFill>
                  <a:schemeClr val="accent3"/>
                </a:solidFill>
              </a:rPr>
              <a:t>|</a:t>
            </a:r>
            <a:r>
              <a:t> sort -u</a:t>
            </a:r>
          </a:p>
          <a:p>
            <a:pPr lvl="2"/>
            <a:r>
              <a:t>Hittar sökvägen för alla användares shell från /etc/passwd och sorterar unika namn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BASH - VARIABLER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685165">
              <a:spcBef>
                <a:spcPts val="3200"/>
              </a:spcBef>
              <a:defRPr sz="7221"/>
            </a:lvl1pPr>
          </a:lstStyle>
          <a:p>
            <a:pPr/>
            <a:r>
              <a:t>BASH - VARIABLER</a:t>
            </a:r>
          </a:p>
        </p:txBody>
      </p:sp>
      <p:sp>
        <p:nvSpPr>
          <p:cNvPr id="213" name="Variabler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marL="609600" indent="-609600" defTabSz="792479">
              <a:spcBef>
                <a:spcPts val="3700"/>
              </a:spcBef>
              <a:defRPr sz="4608"/>
            </a:pPr>
            <a:r>
              <a:t>Variabler</a:t>
            </a:r>
          </a:p>
          <a:p>
            <a:pPr lvl="1" marL="1219200" indent="-609600" defTabSz="792479">
              <a:spcBef>
                <a:spcPts val="3700"/>
              </a:spcBef>
              <a:defRPr sz="4608"/>
            </a:pPr>
            <a:r>
              <a:t>$ </a:t>
            </a:r>
            <a:r>
              <a:rPr>
                <a:solidFill>
                  <a:schemeClr val="accent3"/>
                </a:solidFill>
              </a:rPr>
              <a:t>etddir</a:t>
            </a:r>
            <a:r>
              <a:t>=/etc (använd inte mellanslag!)</a:t>
            </a:r>
          </a:p>
          <a:p>
            <a:pPr lvl="1" marL="1219200" indent="-609600" defTabSz="792479">
              <a:spcBef>
                <a:spcPts val="3700"/>
              </a:spcBef>
              <a:defRPr sz="4608"/>
            </a:pPr>
            <a:r>
              <a:t>$ echo </a:t>
            </a:r>
            <a:r>
              <a:rPr>
                <a:solidFill>
                  <a:schemeClr val="accent3"/>
                </a:solidFill>
              </a:rPr>
              <a:t>$etcdir</a:t>
            </a:r>
            <a:r>
              <a:t> (dollar tecken när vi refererar)</a:t>
            </a:r>
          </a:p>
          <a:p>
            <a:pPr marL="609600" indent="-609600" defTabSz="792479">
              <a:spcBef>
                <a:spcPts val="3700"/>
              </a:spcBef>
              <a:defRPr sz="4608"/>
            </a:pPr>
            <a:r>
              <a:t>Ibland vill vi </a:t>
            </a:r>
            <a:r>
              <a:rPr i="1">
                <a:latin typeface="Avenir Next Regular"/>
                <a:ea typeface="Avenir Next Regular"/>
                <a:cs typeface="Avenir Next Regular"/>
                <a:sym typeface="Avenir Next Regular"/>
              </a:rPr>
              <a:t>expandera</a:t>
            </a:r>
            <a:r>
              <a:t> variabler i texter</a:t>
            </a:r>
          </a:p>
          <a:p>
            <a:pPr lvl="1" marL="1219200" indent="-609600" defTabSz="792479">
              <a:spcBef>
                <a:spcPts val="3700"/>
              </a:spcBef>
              <a:defRPr sz="4608"/>
            </a:pPr>
            <a:r>
              <a:t>$ echo ”Vårt host config ligger i </a:t>
            </a:r>
            <a:r>
              <a:rPr>
                <a:solidFill>
                  <a:schemeClr val="accent3"/>
                </a:solidFill>
              </a:rPr>
              <a:t>${etcdir}</a:t>
            </a:r>
            <a:r>
              <a:t>”</a:t>
            </a:r>
          </a:p>
          <a:p>
            <a:pPr marL="609600" indent="-609600" defTabSz="792479">
              <a:spcBef>
                <a:spcPts val="3700"/>
              </a:spcBef>
              <a:defRPr sz="4608"/>
            </a:pPr>
            <a:r>
              <a:t>Ibland vill vi exekvera och expandera i ett</a:t>
            </a:r>
          </a:p>
          <a:p>
            <a:pPr lvl="1" marL="1219200" indent="-609600" defTabSz="792479">
              <a:spcBef>
                <a:spcPts val="3700"/>
              </a:spcBef>
              <a:defRPr sz="4608"/>
            </a:pPr>
            <a:r>
              <a:t>$ echo ”Det finns </a:t>
            </a:r>
            <a:r>
              <a:rPr>
                <a:solidFill>
                  <a:schemeClr val="accent3"/>
                </a:solidFill>
              </a:rPr>
              <a:t>`</a:t>
            </a:r>
            <a:r>
              <a:t>wc -l &lt; /etc/passwd</a:t>
            </a:r>
            <a:r>
              <a:rPr>
                <a:solidFill>
                  <a:schemeClr val="accent3"/>
                </a:solidFill>
              </a:rPr>
              <a:t>` </a:t>
            </a:r>
            <a:r>
              <a:t>rader i passwd filen”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BASH - VARIABLER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685165">
              <a:spcBef>
                <a:spcPts val="3200"/>
              </a:spcBef>
              <a:defRPr sz="7221"/>
            </a:lvl1pPr>
          </a:lstStyle>
          <a:p>
            <a:pPr/>
            <a:r>
              <a:t>BASH - VARIABLER</a:t>
            </a:r>
          </a:p>
        </p:txBody>
      </p:sp>
      <p:sp>
        <p:nvSpPr>
          <p:cNvPr id="216" name="Miljövariabler brukar vara med stora boksträver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marL="609600" indent="-609600" defTabSz="792479">
              <a:spcBef>
                <a:spcPts val="3700"/>
              </a:spcBef>
              <a:defRPr sz="4608"/>
            </a:pPr>
            <a:r>
              <a:t>Miljövariabler brukar vara med stora boksträver</a:t>
            </a:r>
          </a:p>
          <a:p>
            <a:pPr lvl="1" marL="1219200" indent="-609600" defTabSz="792479">
              <a:spcBef>
                <a:spcPts val="3700"/>
              </a:spcBef>
              <a:defRPr sz="4608"/>
            </a:pPr>
            <a:r>
              <a:t>Ex: PATH</a:t>
            </a:r>
          </a:p>
          <a:p>
            <a:pPr marL="609600" indent="-609600" defTabSz="792479">
              <a:spcBef>
                <a:spcPts val="3700"/>
              </a:spcBef>
              <a:defRPr sz="4608"/>
            </a:pPr>
            <a:r>
              <a:t>Om vi vill definiera en egen miljövariabel</a:t>
            </a:r>
          </a:p>
          <a:p>
            <a:pPr lvl="1" marL="1219200" indent="-609600" defTabSz="792479">
              <a:spcBef>
                <a:spcPts val="3700"/>
              </a:spcBef>
              <a:defRPr sz="4608"/>
            </a:pPr>
            <a:r>
              <a:t>$ </a:t>
            </a:r>
            <a:r>
              <a:rPr>
                <a:solidFill>
                  <a:schemeClr val="accent3"/>
                </a:solidFill>
              </a:rPr>
              <a:t>export</a:t>
            </a:r>
            <a:r>
              <a:t> ETCDIR=/etc (nu finns variabel under hela sessionen)</a:t>
            </a:r>
          </a:p>
          <a:p>
            <a:pPr marL="609600" indent="-609600" defTabSz="792479">
              <a:spcBef>
                <a:spcPts val="3700"/>
              </a:spcBef>
              <a:defRPr sz="4608"/>
            </a:pPr>
            <a:r>
              <a:t>Om vi vill ha en miljövariabel för framtida sessioner också lägg till export i</a:t>
            </a:r>
          </a:p>
          <a:p>
            <a:pPr lvl="1" marL="1219200" indent="-609600" defTabSz="792479">
              <a:spcBef>
                <a:spcPts val="3700"/>
              </a:spcBef>
              <a:defRPr sz="4608"/>
            </a:pPr>
            <a:r>
              <a:t>~/.bash_profile (remote inloggningar)</a:t>
            </a:r>
          </a:p>
          <a:p>
            <a:pPr lvl="1" marL="1219200" indent="-609600" defTabSz="792479">
              <a:spcBef>
                <a:spcPts val="3700"/>
              </a:spcBef>
              <a:defRPr sz="4608"/>
            </a:pPr>
            <a:r>
              <a:t>~/.bashrc (interaktiva sessioner som våran)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BASH - Alias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685165">
              <a:spcBef>
                <a:spcPts val="3200"/>
              </a:spcBef>
              <a:defRPr sz="7221"/>
            </a:lvl1pPr>
          </a:lstStyle>
          <a:p>
            <a:pPr/>
            <a:r>
              <a:t>BASH - Alias</a:t>
            </a:r>
          </a:p>
        </p:txBody>
      </p:sp>
      <p:sp>
        <p:nvSpPr>
          <p:cNvPr id="219" name="Det kan vara jobbigt med långa kommandon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Det kan vara jobbigt med långa kommandon</a:t>
            </a:r>
          </a:p>
          <a:p>
            <a:pPr/>
            <a:r>
              <a:t>Alias syntax</a:t>
            </a:r>
          </a:p>
          <a:p>
            <a:pPr/>
          </a:p>
          <a:p>
            <a:pPr/>
            <a:r>
              <a:t>$ history | awk '{$1="";print substr($0,2)}' | sort | uniq -c | sort -n | tail -n 10</a:t>
            </a:r>
          </a:p>
          <a:p>
            <a:pPr lvl="1"/>
            <a:r>
              <a:t>10 mest använda kommandon</a:t>
            </a:r>
          </a:p>
          <a:p>
            <a:pPr lvl="1"/>
            <a:r>
              <a:t>Demo - Gör alias top10</a:t>
            </a:r>
          </a:p>
        </p:txBody>
      </p:sp>
      <p:pic>
        <p:nvPicPr>
          <p:cNvPr id="220" name="Skärmavbild 2021-06-28 kl. 10.41.55.png" descr="Skärmavbild 2021-06-28 kl. 10.41.55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407758" y="6385174"/>
            <a:ext cx="13872818" cy="131185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QUIZ - Bash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685165">
              <a:spcBef>
                <a:spcPts val="3200"/>
              </a:spcBef>
              <a:defRPr sz="7221"/>
            </a:lvl1pPr>
          </a:lstStyle>
          <a:p>
            <a:pPr/>
            <a:r>
              <a:t>QUIZ - Bash</a:t>
            </a:r>
          </a:p>
        </p:txBody>
      </p:sp>
      <p:sp>
        <p:nvSpPr>
          <p:cNvPr id="223" name="Dubbelklicka här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SUDO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685165">
              <a:spcBef>
                <a:spcPts val="3200"/>
              </a:spcBef>
              <a:defRPr sz="7221"/>
            </a:lvl1pPr>
          </a:lstStyle>
          <a:p>
            <a:pPr/>
            <a:r>
              <a:t>SUDO</a:t>
            </a:r>
          </a:p>
        </p:txBody>
      </p:sp>
      <p:sp>
        <p:nvSpPr>
          <p:cNvPr id="226" name="Din användare (den första som skapats) är en Super User (Admin)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Din användare (den första som skapats) är en Super User (Admin)</a:t>
            </a:r>
          </a:p>
          <a:p>
            <a:pPr lvl="1"/>
            <a:r>
              <a:t>Har rättigheter att göra allt</a:t>
            </a:r>
          </a:p>
          <a:p>
            <a:pPr/>
            <a:r>
              <a:t>För att exekvera vissa kommandon exempelvis installera ett program</a:t>
            </a:r>
          </a:p>
          <a:p>
            <a:pPr lvl="1"/>
            <a:r>
              <a:t>$ apt-get update (går inte, vi måste exekvera kommando som Super User)</a:t>
            </a:r>
          </a:p>
          <a:p>
            <a:pPr lvl="1"/>
            <a:r>
              <a:t>$ </a:t>
            </a:r>
            <a:r>
              <a:rPr>
                <a:solidFill>
                  <a:schemeClr val="accent3"/>
                </a:solidFill>
              </a:rPr>
              <a:t>sudo</a:t>
            </a:r>
            <a:r>
              <a:t> apt-get update (</a:t>
            </a:r>
            <a:r>
              <a:rPr i="1">
                <a:latin typeface="Avenir Next Regular"/>
                <a:ea typeface="Avenir Next Regular"/>
                <a:cs typeface="Avenir Next Regular"/>
                <a:sym typeface="Avenir Next Regular"/>
              </a:rPr>
              <a:t>super user do</a:t>
            </a:r>
            <a:r>
              <a:t>)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Pakethanterare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685165">
              <a:spcBef>
                <a:spcPts val="3200"/>
              </a:spcBef>
              <a:defRPr sz="7221"/>
            </a:lvl1pPr>
          </a:lstStyle>
          <a:p>
            <a:pPr/>
            <a:r>
              <a:t>Pakethanterare</a:t>
            </a:r>
          </a:p>
        </p:txBody>
      </p:sp>
      <p:sp>
        <p:nvSpPr>
          <p:cNvPr id="229" name="Paket är mjukvara (applikationer) som distribueras med konfigurations filer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marL="609600" indent="-609600" defTabSz="792479">
              <a:spcBef>
                <a:spcPts val="3700"/>
              </a:spcBef>
              <a:defRPr sz="4608"/>
            </a:pPr>
            <a:r>
              <a:t>Paket är mjukvara (applikationer) som distribueras med konfigurations filer</a:t>
            </a:r>
          </a:p>
          <a:p>
            <a:pPr marL="609600" indent="-609600" defTabSz="792479">
              <a:spcBef>
                <a:spcPts val="3700"/>
              </a:spcBef>
              <a:defRPr sz="4608"/>
            </a:pPr>
            <a:r>
              <a:t>Pakethanterare</a:t>
            </a:r>
          </a:p>
          <a:p>
            <a:pPr lvl="1" marL="1219200" indent="-609600" defTabSz="792479">
              <a:spcBef>
                <a:spcPts val="3700"/>
              </a:spcBef>
              <a:defRPr sz="4608"/>
            </a:pPr>
            <a:r>
              <a:t>Söker info om paket</a:t>
            </a:r>
          </a:p>
          <a:p>
            <a:pPr lvl="1" marL="1219200" indent="-609600" defTabSz="792479">
              <a:spcBef>
                <a:spcPts val="3700"/>
              </a:spcBef>
              <a:defRPr sz="4608"/>
            </a:pPr>
            <a:r>
              <a:t>Installerar paket</a:t>
            </a:r>
          </a:p>
          <a:p>
            <a:pPr lvl="1" marL="1219200" indent="-609600" defTabSz="792479">
              <a:spcBef>
                <a:spcPts val="3700"/>
              </a:spcBef>
              <a:defRPr sz="4608"/>
            </a:pPr>
            <a:r>
              <a:t>Uppgraderar paket</a:t>
            </a:r>
          </a:p>
          <a:p>
            <a:pPr lvl="1" marL="1219200" indent="-609600" defTabSz="792479">
              <a:spcBef>
                <a:spcPts val="3700"/>
              </a:spcBef>
              <a:defRPr sz="4608"/>
            </a:pPr>
            <a:r>
              <a:t>Konfigurerar paket</a:t>
            </a:r>
          </a:p>
          <a:p>
            <a:pPr lvl="1" marL="1219200" indent="-609600" defTabSz="792479">
              <a:spcBef>
                <a:spcPts val="3700"/>
              </a:spcBef>
              <a:defRPr sz="4608"/>
            </a:pPr>
            <a:r>
              <a:t>Tar bort paket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Pakethanterare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685165">
              <a:spcBef>
                <a:spcPts val="3200"/>
              </a:spcBef>
              <a:defRPr sz="7221"/>
            </a:lvl1pPr>
          </a:lstStyle>
          <a:p>
            <a:pPr/>
            <a:r>
              <a:t>Pakethanterare</a:t>
            </a:r>
          </a:p>
        </p:txBody>
      </p:sp>
      <p:sp>
        <p:nvSpPr>
          <p:cNvPr id="232" name="Linux distributioner väljer mellan olika pakethanterare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marL="463550" indent="-463550" defTabSz="602615">
              <a:spcBef>
                <a:spcPts val="2800"/>
              </a:spcBef>
              <a:defRPr sz="3504"/>
            </a:pPr>
            <a:r>
              <a:t>Linux distributioner väljer mellan olika pakethanterare</a:t>
            </a:r>
          </a:p>
          <a:p>
            <a:pPr lvl="1" marL="927100" indent="-463550" defTabSz="602615">
              <a:spcBef>
                <a:spcPts val="2800"/>
              </a:spcBef>
              <a:defRPr sz="3504"/>
            </a:pPr>
            <a:r>
              <a:t>RPM, Yum, </a:t>
            </a:r>
            <a:r>
              <a:rPr b="1">
                <a:latin typeface="Avenir Next Regular"/>
                <a:ea typeface="Avenir Next Regular"/>
                <a:cs typeface="Avenir Next Regular"/>
                <a:sym typeface="Avenir Next Regular"/>
              </a:rPr>
              <a:t>Apt </a:t>
            </a:r>
            <a:r>
              <a:t>(debian baserade system)</a:t>
            </a:r>
          </a:p>
          <a:p>
            <a:pPr marL="463550" indent="-463550" defTabSz="602615">
              <a:spcBef>
                <a:spcPts val="2800"/>
              </a:spcBef>
              <a:defRPr sz="3504"/>
            </a:pPr>
            <a:r>
              <a:t>En Linuxdistro kan inte innehålla hela Linux världens mjukvara </a:t>
            </a:r>
          </a:p>
          <a:p>
            <a:pPr lvl="1" marL="927100" indent="-463550" defTabSz="602615">
              <a:spcBef>
                <a:spcPts val="2800"/>
              </a:spcBef>
              <a:defRPr sz="3504"/>
            </a:pPr>
            <a:r>
              <a:t>Distributioner har därför olika repositories (databaser med paket) </a:t>
            </a:r>
          </a:p>
          <a:p>
            <a:pPr lvl="1" marL="927100" indent="-463550" defTabSz="602615">
              <a:spcBef>
                <a:spcPts val="2800"/>
              </a:spcBef>
              <a:defRPr sz="3504"/>
            </a:pPr>
            <a:r>
              <a:t>Ubuntu har 4 olika repositories </a:t>
            </a:r>
          </a:p>
          <a:p>
            <a:pPr lvl="2" marL="1390650" indent="-463550" defTabSz="602615">
              <a:spcBef>
                <a:spcPts val="2800"/>
              </a:spcBef>
              <a:defRPr sz="3504"/>
            </a:pPr>
            <a:r>
              <a:rPr b="1">
                <a:latin typeface="Avenir Next Regular"/>
                <a:ea typeface="Avenir Next Regular"/>
                <a:cs typeface="Avenir Next Regular"/>
                <a:sym typeface="Avenir Next Regular"/>
              </a:rPr>
              <a:t>Main</a:t>
            </a:r>
            <a:r>
              <a:t> (officiella OS paket)</a:t>
            </a:r>
          </a:p>
          <a:p>
            <a:pPr lvl="2" marL="1390650" indent="-463550" defTabSz="602615">
              <a:spcBef>
                <a:spcPts val="2800"/>
              </a:spcBef>
              <a:defRPr sz="3504"/>
            </a:pPr>
            <a:r>
              <a:rPr b="1">
                <a:latin typeface="Avenir Next Regular"/>
                <a:ea typeface="Avenir Next Regular"/>
                <a:cs typeface="Avenir Next Regular"/>
                <a:sym typeface="Avenir Next Regular"/>
              </a:rPr>
              <a:t>Restricted</a:t>
            </a:r>
            <a:r>
              <a:t> (officiella proprietära paket)</a:t>
            </a:r>
          </a:p>
          <a:p>
            <a:pPr lvl="2" marL="1390650" indent="-463550" defTabSz="602615">
              <a:spcBef>
                <a:spcPts val="2800"/>
              </a:spcBef>
              <a:defRPr sz="3504"/>
            </a:pPr>
            <a:r>
              <a:rPr b="1">
                <a:latin typeface="Avenir Next Regular"/>
                <a:ea typeface="Avenir Next Regular"/>
                <a:cs typeface="Avenir Next Regular"/>
                <a:sym typeface="Avenir Next Regular"/>
              </a:rPr>
              <a:t>Universe</a:t>
            </a:r>
            <a:r>
              <a:t> (inte officella OS paket)</a:t>
            </a:r>
          </a:p>
          <a:p>
            <a:pPr lvl="2" marL="1390650" indent="-463550" defTabSz="602615">
              <a:spcBef>
                <a:spcPts val="2800"/>
              </a:spcBef>
              <a:defRPr sz="3504"/>
            </a:pPr>
            <a:r>
              <a:rPr b="1">
                <a:latin typeface="Avenir Next Regular"/>
                <a:ea typeface="Avenir Next Regular"/>
                <a:cs typeface="Avenir Next Regular"/>
                <a:sym typeface="Avenir Next Regular"/>
              </a:rPr>
              <a:t>Multiverse</a:t>
            </a:r>
            <a:r>
              <a:t> (paket som kostar $)</a:t>
            </a:r>
          </a:p>
        </p:txBody>
      </p:sp>
      <p:pic>
        <p:nvPicPr>
          <p:cNvPr id="233" name="linux-package-manager-explanation.png" descr="linux-package-manager-explanation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1707445" y="7682521"/>
            <a:ext cx="8866123" cy="4987195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Pakethanterare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685165">
              <a:spcBef>
                <a:spcPts val="3200"/>
              </a:spcBef>
              <a:defRPr sz="7221"/>
            </a:lvl1pPr>
          </a:lstStyle>
          <a:p>
            <a:pPr/>
            <a:r>
              <a:t>Pakethanterare</a:t>
            </a:r>
          </a:p>
        </p:txBody>
      </p:sp>
      <p:sp>
        <p:nvSpPr>
          <p:cNvPr id="236" name="apt - advanced package tool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apt - advanced package tool</a:t>
            </a:r>
          </a:p>
          <a:p>
            <a:pPr lvl="1"/>
            <a:r>
              <a:rPr>
                <a:solidFill>
                  <a:schemeClr val="accent3"/>
                </a:solidFill>
              </a:rPr>
              <a:t>dpkg</a:t>
            </a:r>
            <a:r>
              <a:t> (installera/uppdatera/ta bort paket lokalt)</a:t>
            </a:r>
          </a:p>
          <a:p>
            <a:pPr lvl="1"/>
            <a:r>
              <a:rPr>
                <a:solidFill>
                  <a:schemeClr val="accent3"/>
                </a:solidFill>
              </a:rPr>
              <a:t>apt-get </a:t>
            </a:r>
            <a:r>
              <a:t>(hämtar/uppdaterar paket från repository)</a:t>
            </a:r>
          </a:p>
          <a:p>
            <a:pPr lvl="2"/>
            <a:r>
              <a:t>efter att hämtat paket från repository installerar/tar bort m.h.a dpkg</a:t>
            </a:r>
          </a:p>
          <a:p>
            <a:pPr lvl="1"/>
            <a:r>
              <a:rPr>
                <a:solidFill>
                  <a:schemeClr val="accent3"/>
                </a:solidFill>
              </a:rPr>
              <a:t>apt-cache</a:t>
            </a:r>
            <a:r>
              <a:t> (söka efter information om paket i repository)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Pakethanterare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685165">
              <a:spcBef>
                <a:spcPts val="3200"/>
              </a:spcBef>
              <a:defRPr sz="7221"/>
            </a:lvl1pPr>
          </a:lstStyle>
          <a:p>
            <a:pPr/>
            <a:r>
              <a:t>Pakethanterare</a:t>
            </a:r>
          </a:p>
        </p:txBody>
      </p:sp>
      <p:sp>
        <p:nvSpPr>
          <p:cNvPr id="239" name="Update och Upgrade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Update och Upgrade</a:t>
            </a:r>
          </a:p>
          <a:p>
            <a:pPr lvl="1"/>
            <a:r>
              <a:t>$ sudo </a:t>
            </a:r>
            <a:r>
              <a:rPr>
                <a:solidFill>
                  <a:schemeClr val="accent3"/>
                </a:solidFill>
              </a:rPr>
              <a:t>apt-get</a:t>
            </a:r>
            <a:r>
              <a:t> </a:t>
            </a:r>
            <a:r>
              <a:rPr>
                <a:solidFill>
                  <a:schemeClr val="accent3"/>
                </a:solidFill>
              </a:rPr>
              <a:t>update</a:t>
            </a:r>
          </a:p>
          <a:p>
            <a:pPr lvl="2"/>
            <a:r>
              <a:t>Uppdaterar /etc/apt/sources.list</a:t>
            </a:r>
          </a:p>
          <a:p>
            <a:pPr lvl="1"/>
            <a:r>
              <a:t>$ sudp </a:t>
            </a:r>
            <a:r>
              <a:rPr>
                <a:solidFill>
                  <a:schemeClr val="accent3"/>
                </a:solidFill>
              </a:rPr>
              <a:t>apt-get upgrade</a:t>
            </a:r>
            <a:r>
              <a:t> &lt;package&gt;</a:t>
            </a:r>
          </a:p>
          <a:p>
            <a:pPr lvl="2"/>
            <a:r>
              <a:t>Uppdaterar paket</a:t>
            </a:r>
          </a:p>
        </p:txBody>
      </p:sp>
      <p:pic>
        <p:nvPicPr>
          <p:cNvPr id="240" name="pNVmN.png" descr="pNVmN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2524622" y="3570032"/>
            <a:ext cx="11053511" cy="7828925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Pakethanterare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685165">
              <a:spcBef>
                <a:spcPts val="3200"/>
              </a:spcBef>
              <a:defRPr sz="7221"/>
            </a:lvl1pPr>
          </a:lstStyle>
          <a:p>
            <a:pPr/>
            <a:r>
              <a:t>Pakethanterare</a:t>
            </a:r>
          </a:p>
        </p:txBody>
      </p:sp>
      <p:sp>
        <p:nvSpPr>
          <p:cNvPr id="243" name="Pakethanterare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marL="463550" indent="-463550" defTabSz="602615">
              <a:spcBef>
                <a:spcPts val="2800"/>
              </a:spcBef>
              <a:defRPr sz="3504"/>
            </a:pPr>
            <a:r>
              <a:t>Pakethanterare</a:t>
            </a:r>
          </a:p>
          <a:p>
            <a:pPr lvl="1" marL="927100" indent="-463550" defTabSz="602615">
              <a:spcBef>
                <a:spcPts val="2800"/>
              </a:spcBef>
              <a:defRPr sz="3504"/>
            </a:pPr>
            <a:r>
              <a:t>$ sudo </a:t>
            </a:r>
            <a:r>
              <a:rPr>
                <a:solidFill>
                  <a:schemeClr val="accent3"/>
                </a:solidFill>
              </a:rPr>
              <a:t>apt-cache search</a:t>
            </a:r>
            <a:r>
              <a:t> cowsay (sök efter beskrivning av paket)</a:t>
            </a:r>
          </a:p>
          <a:p>
            <a:pPr lvl="1" marL="927100" indent="-463550" defTabSz="602615">
              <a:spcBef>
                <a:spcPts val="2800"/>
              </a:spcBef>
              <a:defRPr sz="3504"/>
            </a:pPr>
            <a:r>
              <a:t>$ sudo </a:t>
            </a:r>
            <a:r>
              <a:rPr>
                <a:solidFill>
                  <a:schemeClr val="accent3"/>
                </a:solidFill>
              </a:rPr>
              <a:t>apt-cache show</a:t>
            </a:r>
            <a:r>
              <a:t> cowsay (kolla info innan installation)</a:t>
            </a:r>
          </a:p>
          <a:p>
            <a:pPr lvl="1" marL="927100" indent="-463550" defTabSz="602615">
              <a:spcBef>
                <a:spcPts val="2800"/>
              </a:spcBef>
              <a:defRPr sz="3504"/>
            </a:pPr>
            <a:r>
              <a:t>$ sudo </a:t>
            </a:r>
            <a:r>
              <a:rPr>
                <a:solidFill>
                  <a:schemeClr val="accent3"/>
                </a:solidFill>
              </a:rPr>
              <a:t>apt-get update</a:t>
            </a:r>
            <a:r>
              <a:t> (updaterar /etc/apt/source.list)</a:t>
            </a:r>
          </a:p>
          <a:p>
            <a:pPr lvl="1" marL="927100" indent="-463550" defTabSz="602615">
              <a:spcBef>
                <a:spcPts val="2800"/>
              </a:spcBef>
              <a:defRPr sz="3504"/>
            </a:pPr>
            <a:r>
              <a:t>$ sudo </a:t>
            </a:r>
            <a:r>
              <a:rPr>
                <a:solidFill>
                  <a:schemeClr val="accent3"/>
                </a:solidFill>
              </a:rPr>
              <a:t>apt-get install</a:t>
            </a:r>
            <a:r>
              <a:t> cowsay (hämtar .deb paket från repo + installerar med dpkg)</a:t>
            </a:r>
          </a:p>
          <a:p>
            <a:pPr lvl="1" marL="927100" indent="-463550" defTabSz="602615">
              <a:spcBef>
                <a:spcPts val="2800"/>
              </a:spcBef>
              <a:defRPr sz="3504"/>
            </a:pPr>
            <a:r>
              <a:t>$ coway hello</a:t>
            </a:r>
          </a:p>
          <a:p>
            <a:pPr lvl="1" marL="927100" indent="-463550" defTabSz="602615">
              <a:spcBef>
                <a:spcPts val="2800"/>
              </a:spcBef>
              <a:defRPr sz="3504"/>
            </a:pPr>
            <a:r>
              <a:t>$ sudo </a:t>
            </a:r>
            <a:r>
              <a:rPr>
                <a:solidFill>
                  <a:schemeClr val="accent3"/>
                </a:solidFill>
              </a:rPr>
              <a:t>dpkg -L</a:t>
            </a:r>
            <a:r>
              <a:t> cowsay (listar var alla filer i .deb paketet har hamnat)</a:t>
            </a:r>
          </a:p>
          <a:p>
            <a:pPr lvl="1" marL="927100" indent="-463550" defTabSz="602615">
              <a:spcBef>
                <a:spcPts val="2800"/>
              </a:spcBef>
              <a:defRPr sz="3504"/>
            </a:pPr>
            <a:r>
              <a:t>$ sudo </a:t>
            </a:r>
            <a:r>
              <a:rPr>
                <a:solidFill>
                  <a:schemeClr val="accent3"/>
                </a:solidFill>
              </a:rPr>
              <a:t>apt-get remove</a:t>
            </a:r>
            <a:r>
              <a:t> cowsay (tar bort paket)</a:t>
            </a:r>
          </a:p>
          <a:p>
            <a:pPr lvl="1" marL="927100" indent="-463550" defTabSz="602615">
              <a:spcBef>
                <a:spcPts val="2800"/>
              </a:spcBef>
              <a:defRPr sz="3504"/>
            </a:pPr>
            <a:r>
              <a:t>$ sudo </a:t>
            </a:r>
            <a:r>
              <a:rPr>
                <a:solidFill>
                  <a:schemeClr val="accent3"/>
                </a:solidFill>
              </a:rPr>
              <a:t>apt-get purge</a:t>
            </a:r>
            <a:r>
              <a:t> cowsay (tar bort konfig)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Pakethanterare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685165">
              <a:spcBef>
                <a:spcPts val="3200"/>
              </a:spcBef>
              <a:defRPr sz="7221"/>
            </a:lvl1pPr>
          </a:lstStyle>
          <a:p>
            <a:pPr/>
            <a:r>
              <a:t>Pakethanterare</a:t>
            </a:r>
          </a:p>
        </p:txBody>
      </p:sp>
      <p:sp>
        <p:nvSpPr>
          <p:cNvPr id="246" name="Pakethanterare (apt interface)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marL="463550" indent="-463550" defTabSz="602615">
              <a:spcBef>
                <a:spcPts val="2800"/>
              </a:spcBef>
              <a:defRPr sz="3504"/>
            </a:pPr>
            <a:r>
              <a:t>Pakethanterare (apt interface)</a:t>
            </a:r>
          </a:p>
          <a:p>
            <a:pPr lvl="1" marL="927100" indent="-463550" defTabSz="602615">
              <a:spcBef>
                <a:spcPts val="2800"/>
              </a:spcBef>
              <a:defRPr sz="3504"/>
            </a:pPr>
            <a:r>
              <a:t>$ sudo </a:t>
            </a:r>
            <a:r>
              <a:rPr>
                <a:solidFill>
                  <a:schemeClr val="accent3"/>
                </a:solidFill>
              </a:rPr>
              <a:t>apt search</a:t>
            </a:r>
            <a:r>
              <a:t> cowsay (sök efter beskrivning av paket)</a:t>
            </a:r>
          </a:p>
          <a:p>
            <a:pPr lvl="1" marL="927100" indent="-463550" defTabSz="602615">
              <a:spcBef>
                <a:spcPts val="2800"/>
              </a:spcBef>
              <a:defRPr sz="3504"/>
            </a:pPr>
            <a:r>
              <a:t>$ sudo </a:t>
            </a:r>
            <a:r>
              <a:rPr>
                <a:solidFill>
                  <a:schemeClr val="accent3"/>
                </a:solidFill>
              </a:rPr>
              <a:t>apt show</a:t>
            </a:r>
            <a:r>
              <a:t> cowsay (kolla info innan installation)</a:t>
            </a:r>
          </a:p>
          <a:p>
            <a:pPr lvl="1" marL="927100" indent="-463550" defTabSz="602615">
              <a:spcBef>
                <a:spcPts val="2800"/>
              </a:spcBef>
              <a:defRPr sz="3504"/>
            </a:pPr>
            <a:r>
              <a:t>$ sudo </a:t>
            </a:r>
            <a:r>
              <a:rPr>
                <a:solidFill>
                  <a:schemeClr val="accent3"/>
                </a:solidFill>
              </a:rPr>
              <a:t>apt update </a:t>
            </a:r>
            <a:r>
              <a:t>(updaterar /etc/apt/source.list)</a:t>
            </a:r>
          </a:p>
          <a:p>
            <a:pPr lvl="1" marL="927100" indent="-463550" defTabSz="602615">
              <a:spcBef>
                <a:spcPts val="2800"/>
              </a:spcBef>
              <a:defRPr sz="3504"/>
            </a:pPr>
            <a:r>
              <a:t>$ sudo </a:t>
            </a:r>
            <a:r>
              <a:rPr>
                <a:solidFill>
                  <a:schemeClr val="accent3"/>
                </a:solidFill>
              </a:rPr>
              <a:t>apt install</a:t>
            </a:r>
            <a:r>
              <a:t> cowsay (hämtar .deb paket från repo + installerar med dpkg)</a:t>
            </a:r>
          </a:p>
          <a:p>
            <a:pPr lvl="1" marL="927100" indent="-463550" defTabSz="602615">
              <a:spcBef>
                <a:spcPts val="2800"/>
              </a:spcBef>
              <a:defRPr sz="3504"/>
            </a:pPr>
            <a:r>
              <a:t>$ coway hello</a:t>
            </a:r>
          </a:p>
          <a:p>
            <a:pPr lvl="1" marL="927100" indent="-463550" defTabSz="602615">
              <a:spcBef>
                <a:spcPts val="2800"/>
              </a:spcBef>
              <a:defRPr sz="3504"/>
            </a:pPr>
            <a:r>
              <a:t>$ sudo </a:t>
            </a:r>
            <a:r>
              <a:rPr>
                <a:solidFill>
                  <a:schemeClr val="accent3"/>
                </a:solidFill>
              </a:rPr>
              <a:t>dpkg -L</a:t>
            </a:r>
            <a:r>
              <a:t> cowsay (listar var alla filer i .deb paketet har hamnat)</a:t>
            </a:r>
          </a:p>
          <a:p>
            <a:pPr lvl="1" marL="927100" indent="-463550" defTabSz="602615">
              <a:spcBef>
                <a:spcPts val="2800"/>
              </a:spcBef>
              <a:defRPr sz="3504"/>
            </a:pPr>
            <a:r>
              <a:t>$ sudo </a:t>
            </a:r>
            <a:r>
              <a:rPr>
                <a:solidFill>
                  <a:schemeClr val="accent3"/>
                </a:solidFill>
              </a:rPr>
              <a:t>apt remove</a:t>
            </a:r>
            <a:r>
              <a:t> cowsay (tar bort paket)</a:t>
            </a:r>
          </a:p>
          <a:p>
            <a:pPr lvl="1" marL="927100" indent="-463550" defTabSz="602615">
              <a:spcBef>
                <a:spcPts val="2800"/>
              </a:spcBef>
              <a:defRPr sz="3504"/>
            </a:pPr>
            <a:r>
              <a:t>$ sudo </a:t>
            </a:r>
            <a:r>
              <a:rPr>
                <a:solidFill>
                  <a:schemeClr val="accent3"/>
                </a:solidFill>
              </a:rPr>
              <a:t>apt purge</a:t>
            </a:r>
            <a:r>
              <a:t> cowsay (tar bort konfig)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Pakethanterare - Lokalisering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685165">
              <a:spcBef>
                <a:spcPts val="3200"/>
              </a:spcBef>
              <a:defRPr sz="7221"/>
            </a:lvl1pPr>
          </a:lstStyle>
          <a:p>
            <a:pPr/>
            <a:r>
              <a:t>Pakethanterare - Lokalisering</a:t>
            </a:r>
          </a:p>
        </p:txBody>
      </p:sp>
      <p:sp>
        <p:nvSpPr>
          <p:cNvPr id="249" name="Ibland vet man inte vilken binär man använder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Ibland vet man inte vilken binär man använder</a:t>
            </a:r>
          </a:p>
          <a:p>
            <a:pPr lvl="1"/>
            <a:r>
              <a:t>$ </a:t>
            </a:r>
            <a:r>
              <a:rPr>
                <a:solidFill>
                  <a:schemeClr val="accent3"/>
                </a:solidFill>
              </a:rPr>
              <a:t>which</a:t>
            </a:r>
            <a:r>
              <a:t> gcc</a:t>
            </a:r>
          </a:p>
          <a:p>
            <a:pPr/>
            <a:r>
              <a:t>Om inte which hjälper</a:t>
            </a:r>
          </a:p>
          <a:p>
            <a:pPr lvl="1"/>
            <a:r>
              <a:t>$ </a:t>
            </a:r>
            <a:r>
              <a:rPr>
                <a:solidFill>
                  <a:schemeClr val="accent3"/>
                </a:solidFill>
              </a:rPr>
              <a:t>whereis</a:t>
            </a:r>
            <a:r>
              <a:t> gcc (letar bredare i hela systemet och inte bara i PATH)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Pakethanterare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685165">
              <a:spcBef>
                <a:spcPts val="3200"/>
              </a:spcBef>
              <a:defRPr sz="7221"/>
            </a:lvl1pPr>
          </a:lstStyle>
          <a:p>
            <a:pPr/>
            <a:r>
              <a:t>Pakethanterare</a:t>
            </a:r>
          </a:p>
        </p:txBody>
      </p:sp>
      <p:sp>
        <p:nvSpPr>
          <p:cNvPr id="252" name="Quiz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Quiz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Kompression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685165">
              <a:spcBef>
                <a:spcPts val="3200"/>
              </a:spcBef>
              <a:defRPr sz="7221"/>
            </a:lvl1pPr>
          </a:lstStyle>
          <a:p>
            <a:pPr/>
            <a:r>
              <a:t>Kompression</a:t>
            </a:r>
          </a:p>
        </p:txBody>
      </p:sp>
      <p:sp>
        <p:nvSpPr>
          <p:cNvPr id="255" name="Innan vi hade pakethanterare distribuerades ’tarballs’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Innan vi hade pakethanterare distribuerades ’tarballs’</a:t>
            </a:r>
          </a:p>
          <a:p>
            <a:pPr lvl="1"/>
            <a:r>
              <a:t>cowsay.tar.gz eller cowsay.tgz</a:t>
            </a:r>
          </a:p>
          <a:p>
            <a:pPr lvl="1"/>
          </a:p>
          <a:p>
            <a:pPr/>
            <a:r>
              <a:rPr>
                <a:solidFill>
                  <a:schemeClr val="accent3"/>
                </a:solidFill>
              </a:rPr>
              <a:t>tar</a:t>
            </a:r>
            <a:r>
              <a:t> - grupperar filer till en enda .tar fil</a:t>
            </a:r>
          </a:p>
          <a:p>
            <a:pPr/>
            <a:r>
              <a:rPr>
                <a:solidFill>
                  <a:schemeClr val="accent3"/>
                </a:solidFill>
              </a:rPr>
              <a:t>gzip</a:t>
            </a:r>
            <a:r>
              <a:t> - komprimerar (zippar) fil till .gz fil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Kompression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685165">
              <a:spcBef>
                <a:spcPts val="3200"/>
              </a:spcBef>
              <a:defRPr sz="7221"/>
            </a:lvl1pPr>
          </a:lstStyle>
          <a:p>
            <a:pPr/>
            <a:r>
              <a:t>Kompression</a:t>
            </a:r>
          </a:p>
        </p:txBody>
      </p:sp>
      <p:sp>
        <p:nvSpPr>
          <p:cNvPr id="258" name="Komprimera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Komprimera</a:t>
            </a:r>
          </a:p>
          <a:p>
            <a:pPr lvl="1"/>
            <a:r>
              <a:t>$ </a:t>
            </a:r>
            <a:r>
              <a:rPr>
                <a:solidFill>
                  <a:schemeClr val="accent3"/>
                </a:solidFill>
              </a:rPr>
              <a:t>tar</a:t>
            </a:r>
            <a:r>
              <a:t> -</a:t>
            </a:r>
            <a:r>
              <a:rPr>
                <a:solidFill>
                  <a:schemeClr val="accent3">
                    <a:hueOff val="1279411"/>
                    <a:satOff val="-9468"/>
                    <a:lumOff val="-15294"/>
                  </a:schemeClr>
                </a:solidFill>
              </a:rPr>
              <a:t>c</a:t>
            </a:r>
            <a:r>
              <a:t>vf PDFs.tar *.pdf (compress, verbose, file(s))</a:t>
            </a:r>
          </a:p>
          <a:p>
            <a:pPr lvl="1"/>
            <a:r>
              <a:t>$ </a:t>
            </a:r>
            <a:r>
              <a:rPr>
                <a:solidFill>
                  <a:schemeClr val="accent3"/>
                </a:solidFill>
              </a:rPr>
              <a:t>tar</a:t>
            </a:r>
            <a:r>
              <a:t> -</a:t>
            </a:r>
            <a:r>
              <a:rPr>
                <a:solidFill>
                  <a:schemeClr val="accent3">
                    <a:hueOff val="1279411"/>
                    <a:satOff val="-9468"/>
                    <a:lumOff val="-15294"/>
                  </a:schemeClr>
                </a:solidFill>
              </a:rPr>
              <a:t>c</a:t>
            </a:r>
            <a:r>
              <a:t>vfz PDFs.tar.gz *.pdf (tar använder gzip)</a:t>
            </a:r>
          </a:p>
          <a:p>
            <a:pPr/>
            <a:r>
              <a:t>Extrahera</a:t>
            </a:r>
          </a:p>
          <a:p>
            <a:pPr lvl="1"/>
            <a:r>
              <a:t>$ </a:t>
            </a:r>
            <a:r>
              <a:rPr>
                <a:solidFill>
                  <a:schemeClr val="accent3"/>
                </a:solidFill>
              </a:rPr>
              <a:t>tar</a:t>
            </a:r>
            <a:r>
              <a:t> -</a:t>
            </a:r>
            <a:r>
              <a:rPr>
                <a:solidFill>
                  <a:schemeClr val="accent3">
                    <a:hueOff val="1279411"/>
                    <a:satOff val="-9468"/>
                    <a:lumOff val="-15294"/>
                  </a:schemeClr>
                </a:solidFill>
              </a:rPr>
              <a:t>x</a:t>
            </a:r>
            <a:r>
              <a:t>vzf PDFs.tar.gz (extract)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Kompression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685165">
              <a:spcBef>
                <a:spcPts val="3200"/>
              </a:spcBef>
              <a:defRPr sz="7221"/>
            </a:lvl1pPr>
          </a:lstStyle>
          <a:p>
            <a:pPr/>
            <a:r>
              <a:t>Kompression</a:t>
            </a:r>
          </a:p>
        </p:txBody>
      </p:sp>
      <p:sp>
        <p:nvSpPr>
          <p:cNvPr id="261" name="Vad innehåller paketen vi hämtar med apt-get egentligen?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Vad innehåller paketen vi hämtar med apt-get egentligen?</a:t>
            </a:r>
          </a:p>
          <a:p>
            <a:pPr/>
            <a:r>
              <a:t>Debian paket</a:t>
            </a:r>
          </a:p>
          <a:p>
            <a:pPr lvl="1"/>
            <a:r>
              <a:t>debian-binary - fil som innehåller version</a:t>
            </a:r>
          </a:p>
          <a:p>
            <a:pPr lvl="1"/>
            <a:r>
              <a:t>control.tar - innehåller skript och meta-info (namn, version, deps…)</a:t>
            </a:r>
          </a:p>
          <a:p>
            <a:pPr lvl="1"/>
            <a:r>
              <a:t>data.tar - själva installationsfilerna 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Kompression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685165">
              <a:spcBef>
                <a:spcPts val="3200"/>
              </a:spcBef>
              <a:defRPr sz="7221"/>
            </a:lvl1pPr>
          </a:lstStyle>
          <a:p>
            <a:pPr/>
            <a:r>
              <a:t>Kompression</a:t>
            </a:r>
          </a:p>
        </p:txBody>
      </p:sp>
      <p:sp>
        <p:nvSpPr>
          <p:cNvPr id="264" name="$ sudo apt-get --download-only install &lt;paket&gt;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$ sudo apt-get </a:t>
            </a:r>
            <a:r>
              <a:rPr>
                <a:solidFill>
                  <a:schemeClr val="accent3"/>
                </a:solidFill>
              </a:rPr>
              <a:t>--download-only</a:t>
            </a:r>
            <a:r>
              <a:t> install &lt;paket&gt; </a:t>
            </a:r>
          </a:p>
          <a:p>
            <a:pPr lvl="1"/>
            <a:r>
              <a:t>Placeras i /var/cache/apt/archives (utan installation)</a:t>
            </a:r>
          </a:p>
          <a:p>
            <a:pPr/>
            <a:r>
              <a:t>$ sudo dpkg </a:t>
            </a:r>
            <a:r>
              <a:rPr>
                <a:solidFill>
                  <a:schemeClr val="accent3"/>
                </a:solidFill>
              </a:rPr>
              <a:t>-c</a:t>
            </a:r>
            <a:r>
              <a:t> /var/cache/apt/archives/&lt;paket&gt;.deb</a:t>
            </a:r>
          </a:p>
          <a:p>
            <a:pPr lvl="1"/>
            <a:r>
              <a:t>Visar innehåll i paket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Kompression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685165">
              <a:spcBef>
                <a:spcPts val="3200"/>
              </a:spcBef>
              <a:defRPr sz="7221"/>
            </a:lvl1pPr>
          </a:lstStyle>
          <a:p>
            <a:pPr/>
            <a:r>
              <a:t>Kompression</a:t>
            </a:r>
          </a:p>
        </p:txBody>
      </p:sp>
      <p:sp>
        <p:nvSpPr>
          <p:cNvPr id="267" name="Quiz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Quiz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New_Template7">
  <a:themeElements>
    <a:clrScheme name="New_Template7">
      <a:dk1>
        <a:srgbClr val="222222"/>
      </a:dk1>
      <a:lt1>
        <a:srgbClr val="838787"/>
      </a:lt1>
      <a:dk2>
        <a:srgbClr val="222222"/>
      </a:dk2>
      <a:lt2>
        <a:srgbClr val="A6AAA9"/>
      </a:lt2>
      <a:accent1>
        <a:srgbClr val="34A5DA"/>
      </a:accent1>
      <a:accent2>
        <a:srgbClr val="3F969A"/>
      </a:accent2>
      <a:accent3>
        <a:srgbClr val="8ABE5E"/>
      </a:accent3>
      <a:accent4>
        <a:srgbClr val="FDCB56"/>
      </a:accent4>
      <a:accent5>
        <a:srgbClr val="E42832"/>
      </a:accent5>
      <a:accent6>
        <a:srgbClr val="C52060"/>
      </a:accent6>
      <a:hlink>
        <a:srgbClr val="0000FF"/>
      </a:hlink>
      <a:folHlink>
        <a:srgbClr val="FF00FF"/>
      </a:folHlink>
    </a:clrScheme>
    <a:fontScheme name="New_Template7">
      <a:majorFont>
        <a:latin typeface="DIN Condensed Bold"/>
        <a:ea typeface="DIN Condensed Bold"/>
        <a:cs typeface="DIN Condensed Bold"/>
      </a:majorFont>
      <a:minorFont>
        <a:latin typeface="DIN Condensed Bold"/>
        <a:ea typeface="DIN Condensed Bold"/>
        <a:cs typeface="DIN Condensed Bold"/>
      </a:minorFont>
    </a:fontScheme>
    <a:fmtScheme name="New_Template7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8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all" i="0" spc="0" strike="noStrike" sz="40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DIN Condensed Bold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825500" rtl="0" fontAlgn="auto" latinLnBrk="0" hangingPunct="0">
          <a:lnSpc>
            <a:spcPct val="100000"/>
          </a:lnSpc>
          <a:spcBef>
            <a:spcPts val="34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000" u="none" kumimoji="0" normalizeH="0">
            <a:ln>
              <a:noFill/>
            </a:ln>
            <a:solidFill>
              <a:srgbClr val="838787"/>
            </a:solidFill>
            <a:effectLst/>
            <a:uFillTx/>
            <a:latin typeface="Avenir Next Medium"/>
            <a:ea typeface="Avenir Next Medium"/>
            <a:cs typeface="Avenir Next Medium"/>
            <a:sym typeface="Avenir Next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New_Template7">
  <a:themeElements>
    <a:clrScheme name="New_Template7">
      <a:dk1>
        <a:srgbClr val="000000"/>
      </a:dk1>
      <a:lt1>
        <a:srgbClr val="FFFFFF"/>
      </a:lt1>
      <a:dk2>
        <a:srgbClr val="222222"/>
      </a:dk2>
      <a:lt2>
        <a:srgbClr val="A6AAA9"/>
      </a:lt2>
      <a:accent1>
        <a:srgbClr val="34A5DA"/>
      </a:accent1>
      <a:accent2>
        <a:srgbClr val="3F969A"/>
      </a:accent2>
      <a:accent3>
        <a:srgbClr val="8ABE5E"/>
      </a:accent3>
      <a:accent4>
        <a:srgbClr val="FDCB56"/>
      </a:accent4>
      <a:accent5>
        <a:srgbClr val="E42832"/>
      </a:accent5>
      <a:accent6>
        <a:srgbClr val="C52060"/>
      </a:accent6>
      <a:hlink>
        <a:srgbClr val="0000FF"/>
      </a:hlink>
      <a:folHlink>
        <a:srgbClr val="FF00FF"/>
      </a:folHlink>
    </a:clrScheme>
    <a:fontScheme name="New_Template7">
      <a:majorFont>
        <a:latin typeface="DIN Condensed Bold"/>
        <a:ea typeface="DIN Condensed Bold"/>
        <a:cs typeface="DIN Condensed Bold"/>
      </a:majorFont>
      <a:minorFont>
        <a:latin typeface="DIN Condensed Bold"/>
        <a:ea typeface="DIN Condensed Bold"/>
        <a:cs typeface="DIN Condensed Bold"/>
      </a:minorFont>
    </a:fontScheme>
    <a:fmtScheme name="New_Template7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8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all" i="0" spc="0" strike="noStrike" sz="40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DIN Condensed Bold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825500" rtl="0" fontAlgn="auto" latinLnBrk="0" hangingPunct="0">
          <a:lnSpc>
            <a:spcPct val="100000"/>
          </a:lnSpc>
          <a:spcBef>
            <a:spcPts val="34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000" u="none" kumimoji="0" normalizeH="0">
            <a:ln>
              <a:noFill/>
            </a:ln>
            <a:solidFill>
              <a:srgbClr val="838787"/>
            </a:solidFill>
            <a:effectLst/>
            <a:uFillTx/>
            <a:latin typeface="Avenir Next Medium"/>
            <a:ea typeface="Avenir Next Medium"/>
            <a:cs typeface="Avenir Next Medium"/>
            <a:sym typeface="Avenir Next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30F4E72DD0F695438C9C458286B9DFA6" ma:contentTypeVersion="12" ma:contentTypeDescription="Skapa ett nytt dokument." ma:contentTypeScope="" ma:versionID="75b99d9fe62484b44c0b77e7d15f1d64">
  <xsd:schema xmlns:xsd="http://www.w3.org/2001/XMLSchema" xmlns:xs="http://www.w3.org/2001/XMLSchema" xmlns:p="http://schemas.microsoft.com/office/2006/metadata/properties" xmlns:ns2="97cb82de-8ec6-407d-8b60-f4d9f602e5a3" xmlns:ns3="06aab6e1-d045-4d21-8f3c-38e1e679a5ce" targetNamespace="http://schemas.microsoft.com/office/2006/metadata/properties" ma:root="true" ma:fieldsID="befcf4da00c8cbd360364d9c04d9cb18" ns2:_="" ns3:_="">
    <xsd:import namespace="97cb82de-8ec6-407d-8b60-f4d9f602e5a3"/>
    <xsd:import namespace="06aab6e1-d045-4d21-8f3c-38e1e679a5c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3:SharedWithUsers" minOccurs="0"/>
                <xsd:element ref="ns3:SharedWithDetails" minOccurs="0"/>
                <xsd:element ref="ns2:MediaServiceOCR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7cb82de-8ec6-407d-8b60-f4d9f602e5a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5" nillable="true" ma:displayName="MediaServiceDateTaken" ma:hidden="true" ma:internalName="MediaServiceDateTaken" ma:readOnly="true">
      <xsd:simpleType>
        <xsd:restriction base="dms:Text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19" nillable="true" ma:displayName="Length (seconds)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6aab6e1-d045-4d21-8f3c-38e1e679a5ce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Delat med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Delat med information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nehållstyp"/>
        <xsd:element ref="dc:title" minOccurs="0" maxOccurs="1" ma:index="4" ma:displayName="Rubrik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118FC216-2AD3-457A-B662-48052058033F}"/>
</file>

<file path=customXml/itemProps2.xml><?xml version="1.0" encoding="utf-8"?>
<ds:datastoreItem xmlns:ds="http://schemas.openxmlformats.org/officeDocument/2006/customXml" ds:itemID="{07B170FA-3CE5-4262-8A89-E8ABED06F10B}"/>
</file>

<file path=customXml/itemProps3.xml><?xml version="1.0" encoding="utf-8"?>
<ds:datastoreItem xmlns:ds="http://schemas.openxmlformats.org/officeDocument/2006/customXml" ds:itemID="{A5FC2509-13AE-43A5-8962-16FBDEA991D6}"/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/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0x01010030F4E72DD0F695438C9C458286B9DFA6</vt:lpwstr>
  </property>
</Properties>
</file>